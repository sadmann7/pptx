
<file path=[Content_Types].xml><?xml version="1.0" encoding="utf-8"?>
<Types xmlns="http://schemas.openxmlformats.org/package/2006/content-types">
  <Default Extension="rel" ContentType="application/vnd.openxmlformats-package.relationships+xml"/>
  <Default Extension="xml" ContentType="application/xml"/>
  <Default Extension="png" ContentType="image/pn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/>
          <p:nvPr/>
        </p:nvGraphicFramePr>
        <p:xfrm>
          <a:off x="914400" y="914400"/>
          <a:ext cx="9144000" cy="1828800"/>
        </p:xfrm>
        <a:graphic>
          <a:graphicData uri="http://schemas.openxmlformats.org/drawingml/2006/table">
            <a:tbl>
              <a:tblPr firstRow="1"/>
              <a:tblGrid>
                <a:gridCol w="4572000"/>
                <a:gridCol w="3048000"/>
                <a:gridCol w="1524000"/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400"/>
                        <a:t>Stage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Matches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Days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400"/>
                        <a:t>Group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914400"/>
            <a:ext cx="3657600" cy="1828800"/>
            <a:chOff x="0" y="0"/>
            <a:chExt cx="1828800" cy="914400"/>
          </a:xfrm>
        </p:grpSpPr>
        <p:sp>
          <p:nvSpPr>
            <p:cNvPr id="3" name="Rect 3"/>
            <p:cNvSpPr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  <a:solidFill>
              <a:srgbClr val="C0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Rect 4"/>
            <p:cNvSpPr/>
            <p:nvPr/>
          </p:nvSpPr>
          <p:spPr>
            <a:xfrm>
              <a:off x="914400" y="0"/>
              <a:ext cx="914400" cy="914400"/>
            </a:xfrm>
            <a:prstGeom prst="rect">
              <a:avLst/>
            </a:prstGeom>
            <a:solidFill>
              <a:srgbClr val="00B050"/>
            </a:solid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