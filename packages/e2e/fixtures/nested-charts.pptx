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theme" Target="theme/theme1.xml"/>
</Relationships>
</file>

<file path=ppt/slideLayouts/_rels/slideLayout1.xml.rels><?xml version="1.0" encoding="UTF-8" standalone="yes"?>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chart" Target="/ppt/slides/charts/chart1.xml" Id="rId2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chart" Target="/ppt/slides/charts/chart2.xml" Id="rId2" /></Relationships>
</file>

<file path=ppt/slides/charts/chart1.xml><?xml version="1.0" encoding="utf-8"?>
<c:chartSpace xmlns:c="http://schemas.openxmlformats.org/drawingml/2006/chart">
  <c:chart>
    <c:plotArea>
      <c:doughnutChart>
        <c:ser>
          <c:idx val="0"/>
          <c:order val="0"/>
          <c:tx>
            <c:v>Matches</c:v>
          </c:tx>
          <c:dPt>
            <c:idx val="0"/>
            <c:spPr>
              <a:solidFill xmlns:a="http://schemas.openxmlformats.org/drawingml/2006/main">
                <a:srgbClr val="1C1C1C"/>
              </a:solidFill>
            </c:spPr>
          </c:dPt>
          <c:dPt>
            <c:idx val="1"/>
            <c:spPr>
              <a:solidFill xmlns:a="http://schemas.openxmlformats.org/drawingml/2006/main">
                <a:srgbClr val="91832A"/>
              </a:solidFill>
            </c:spPr>
          </c:dPt>
          <c:dPt>
            <c:idx val="2"/>
            <c:spPr>
              <a:solidFill xmlns:a="http://schemas.openxmlformats.org/drawingml/2006/main">
                <a:srgbClr val="F5D200"/>
              </a:solidFill>
            </c:spPr>
          </c:dPt>
          <c:cat>
            <c:strLit>
              <c:ptCount val="3"/>
              <c:pt idx="0">
                <c:v>GROUP</c:v>
              </c:pt>
              <c:pt idx="1">
                <c:v>KNOCKOUT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72</c:v>
              </c:pt>
              <c:pt idx="1">
                <c:v>32</c:v>
              </c:pt>
              <c:pt idx="2">
                <c:v>1</c:v>
              </c:pt>
            </c:numLit>
          </c:val>
        </c:ser>
        <c:firstSliceAng val="270"/>
        <c:holeSize val="68"/>
      </c:doughnutChart>
    </c:plotArea>
    <c:plotVisOnly val="1"/>
  </c:chart>
</c:chartSpace>
</file>

<file path=ppt/slides/charts/chart2.xml><?xml version="1.0" encoding="utf-8"?>
<c:chartSpace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v>Count</c:v>
          </c:tx>
          <c:spPr>
            <a:solidFill xmlns:a="http://schemas.openxmlformats.org/drawingml/2006/main">
              <a:srgbClr val="F5D200"/>
            </a:solidFill>
          </c:spPr>
          <c:cat>
            <c:strLit>
              <c:ptCount val="5"/>
              <c:pt idx="0">
                <c:v>GROUP</c:v>
              </c:pt>
              <c:pt idx="1">
                <c:v>R16</c:v>
              </c:pt>
              <c:pt idx="2">
                <c:v>QF</c:v>
              </c:pt>
              <c:pt idx="3">
                <c:v>SF</c:v>
              </c:pt>
              <c:pt idx="4">
                <c:v>FINAL</c:v>
              </c:pt>
            </c:strLit>
          </c:cat>
          <c:val>
            <c:numLit>
              <c:formatCode>General</c:formatCode>
              <c:ptCount val="5"/>
              <c:pt idx="0">
                <c:v>72</c:v>
              </c:pt>
              <c:pt idx="1">
                <c:v>8</c:v>
              </c:pt>
              <c:pt idx="2">
                <c:v>4</c:v>
              </c:pt>
              <c:pt idx="3">
                <c:v>2</c:v>
              </c:pt>
              <c:pt idx="4">
                <c:v>1</c:v>
              </c:pt>
            </c:numLit>
          </c:val>
        </c:ser>
        <c:gapWidth val="42"/>
        <c:axId val="111"/>
        <c:axId val="222"/>
      </c:barChart>
      <c:catAx>
        <c:axId val="111"/>
        <c:scaling>
          <c:orientation val="minMax"/>
        </c:scaling>
        <c:delete val="0"/>
        <c:axPos val="l"/>
        <c:majorTickMark val="none"/>
        <c:spPr>
          <a:ln xmlns:a="http://schemas.openxmlformats.org/drawingml/2006/main" w="0">
            <a:noFill/>
            <a:prstDash val="solid"/>
          </a:ln>
        </c:spPr>
        <c:crossAx val="222"/>
      </c:catAx>
      <c:valAx>
        <c:axId val="222"/>
        <c:scaling>
          <c:orientation val="minMax"/>
        </c:scaling>
        <c:delete val="0"/>
        <c:axPos val="b"/>
        <c:majorTickMark val="none"/>
        <c:spPr>
          <a:ln xmlns:a="http://schemas.openxmlformats.org/drawingml/2006/main" w="0">
            <a:noFill/>
            <a:prstDash val="solid"/>
          </a:ln>
        </c:spPr>
        <c:crossAx val="111"/>
      </c:valAx>
      <c:spPr>
        <a:solidFill xmlns:a="http://schemas.openxmlformats.org/drawingml/2006/main">
          <a:srgbClr val="1C1C1C"/>
        </a:solidFill>
        <a:ln xmlns:a="http://schemas.openxmlformats.org/drawingml/2006/main" w="0">
          <a:noFill/>
          <a:prstDash val="solid"/>
        </a:ln>
      </c:spPr>
    </c:plotArea>
    <c:plotVisOnly val="1"/>
  </c:chart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3"/>
          <p:cNvGraphicFramePr/>
          <p:nvPr/>
        </p:nvGraphicFramePr>
        <p:xfrm>
          <a:off x="914400" y="914400"/>
          <a:ext cx="9144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3"/>
          <p:cNvGraphicFramePr/>
          <p:nvPr/>
        </p:nvGraphicFramePr>
        <p:xfrm>
          <a:off x="914400" y="914400"/>
          <a:ext cx="9144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