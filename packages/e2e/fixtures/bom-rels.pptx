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/ppt/slideMasters/slideMaster1.xml"/><Relationship Id="rId2" Type="http://schemas.openxmlformats.org/officeDocument/2006/relationships/slide" Target="/ppt/slides/slide1.xml"/><Relationship Id="rId3" Type="http://schemas.openxmlformats.org/officeDocument/2006/relationships/theme" Target="/ppt/theme/theme1.xml"/></Relationships>
</file>

<file path=ppt/slideLayouts/_rels/slideLayout1.xml.rels><?xml version="1.0" encoding="UTF-8" standalone="yes"?>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/ppt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096000" cy="1828800"/>
          </a:xfrm>
          <a:prstGeom prst="rect">
            <a:avLst/>
          </a:prstGeom>
          <a:solidFill>
            <a:srgbClr val="7030A0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BOM deck renders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