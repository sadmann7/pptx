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&#65279;<?xml version="1.0" encoding="utf-8"?><Relationships xmlns="http://schemas.openxmlformats.org/package/2006/relationships"><Relationship Id="rId1" Type="http://schemas.openxmlformats.org/officeDocument/2006/relationships/officeDocument" Target="/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Id="rId1" Type="http://schemas.openxmlformats.org/officeDocument/2006/relationships/slideMaster" Target="/ppt/slideMasters/slideMaster1.xml"/><Relationship Id="rId2" Type="http://schemas.openxmlformats.org/officeDocument/2006/relationships/slide" Target="/ppt/slides/slide1.xml"/><Relationship Id="rId3" Type="http://schemas.openxmlformats.org/officeDocument/2006/relationships/theme" Target="/ppt/theme/theme1.xml"/></Relationships>
</file>

<file path=ppt/slideLayouts/_rels/slideLayout1.xml.rels><?xml version="1.0" encoding="UTF-8" standalone="yes"?>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&#65279;<?xml version="1.0" encoding="utf-8"?>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914400" y="914400"/>
            <a:ext cx="6096000" cy="1828800"/>
          </a:xfrm>
          <a:prstGeom prst="rect">
            <a:avLst/>
          </a:prstGeom>
          <a:solidFill>
            <a:srgbClr val="7030A0"/>
          </a:solidFill>
        </p:spPr>
        <p:txBody>
          <a:bodyPr anchor="ctr"/>
          <a:lstStyle/>
          <a:p>
            <a:pPr algn="ctr"/>
            <a:r>
              <a:rPr lang="en-US" sz="3200" b="1">
                <a:solidFill>
                  <a:srgbClr val="FFFFFF"/>
                </a:solidFill>
              </a:rPr>
              <a:t>BOM deck renders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