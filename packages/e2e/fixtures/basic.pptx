
<file path=[Content_Types].xml><?xml version="1.0" encoding="utf-8"?>
<Types xmlns="http://schemas.openxmlformats.org/package/2006/content-types">
  <Default Extension="rel" ContentType="application/vnd.openxmlformats-package.relationships+xml"/>
  <Default Extension="xml" ContentType="application/xml"/>
  <Default Extension="png" ContentType="image/png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theme" Target="theme/theme1.xml"/>
</Relationships>
</file>

<file path=ppt/slideLayouts/_rels/slideLayout1.xml.rels><?xml version="1.0" encoding="UTF-8" standalone="yes"?>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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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914400" y="914400"/>
            <a:ext cx="6096000" cy="1828800"/>
          </a:xfrm>
          <a:prstGeom prst="rect">
            <a:avLst/>
          </a:prstGeom>
          <a:solidFill>
            <a:srgbClr val="C00000"/>
          </a:solidFill>
        </p:spPr>
        <p:txBody>
          <a:bodyPr anchor="ctr"/>
          <a:lstStyle/>
          <a:p>
            <a:pPr algn="ctr"/>
            <a:r>
              <a:rPr lang="en-US" sz="3200" b="1">
                <a:solidFill>
                  <a:srgbClr val="FFFFFF"/>
                </a:solidFill>
              </a:rPr>
              <a:t>Slide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914400" y="914400"/>
            <a:ext cx="6096000" cy="1828800"/>
          </a:xfrm>
          <a:prstGeom prst="rect">
            <a:avLst/>
          </a:prstGeom>
          <a:solidFill>
            <a:srgbClr val="0070C0"/>
          </a:solidFill>
        </p:spPr>
        <p:txBody>
          <a:bodyPr anchor="ctr"/>
          <a:lstStyle/>
          <a:p>
            <a:pPr algn="ctr"/>
            <a:r>
              <a:rPr lang="en-US" sz="3200" b="1">
                <a:solidFill>
                  <a:srgbClr val="FFFFFF"/>
                </a:solidFill>
              </a:rPr>
              <a:t>Slide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914400" y="914400"/>
            <a:ext cx="6096000" cy="1828800"/>
          </a:xfrm>
          <a:prstGeom prst="rect">
            <a:avLst/>
          </a:prstGeom>
          <a:solidFill>
            <a:srgbClr val="00B050"/>
          </a:solidFill>
        </p:spPr>
        <p:txBody>
          <a:bodyPr anchor="ctr"/>
          <a:lstStyle/>
          <a:p>
            <a:pPr algn="ctr"/>
            <a:r>
              <a:rPr lang="en-US" sz="3200" b="1">
                <a:solidFill>
                  <a:srgbClr val="FFFFFF"/>
                </a:solidFill>
              </a:rPr>
              <a:t>Slide 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