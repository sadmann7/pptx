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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/>
          <p:nvPr/>
        </p:nvGraphicFramePr>
        <p:xfrm>
          <a:off x="914400" y="914400"/>
          <a:ext cx="9144000" cy="27432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  <a:gridCol w="3048000"/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</a:rPr>
                        <a:t>Matches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C1C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C1C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/>
          <p:nvPr/>
        </p:nvGraphicFramePr>
        <p:xfrm>
          <a:off x="914400" y="914400"/>
          <a:ext cx="9144000" cy="27432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  <a:gridCol w="3048000"/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C1C"/>
                          </a:solidFill>
                        </a:rPr>
                        <a:t>A1</a:t>
                      </a:r>
                    </a:p>
                  </a:txBody>
                  <a:tcPr>
                    <a:lnT w="12700" cap="flat">
                      <a:solidFill>
                        <a:srgbClr val="C00000"/>
                      </a:solidFill>
                      <a:prstDash val="solid"/>
                    </a:lnT>
                    <a:lnB w="12700" cap="flat">
                      <a:solidFill>
                        <a:srgbClr val="0070C0"/>
                      </a:solidFill>
                      <a:prstDash val="solid"/>
                    </a:lnB>
                    <a:lnL w="12700" cap="flat">
                      <a:solidFill>
                        <a:srgbClr val="0070C0"/>
                      </a:solidFill>
                      <a:prstDash val="solid"/>
                    </a:lnL>
                    <a:lnR w="12700" cap="flat">
                      <a:solidFill>
                        <a:srgbClr val="0070C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C1C"/>
                          </a:solidFill>
                        </a:rPr>
                        <a:t>B1</a:t>
                      </a:r>
                    </a:p>
                  </a:txBody>
                  <a:tcPr>
                    <a:lnT w="12700" cap="flat">
                      <a:solidFill>
                        <a:srgbClr val="00B050"/>
                      </a:solidFill>
                      <a:prstDash val="solid"/>
                    </a:lnT>
                    <a:lnB w="12700" cap="flat">
                      <a:solidFill>
                        <a:srgbClr val="0070C0"/>
                      </a:solidFill>
                      <a:prstDash val="solid"/>
                    </a:lnB>
                    <a:lnL w="12700" cap="flat">
                      <a:solidFill>
                        <a:srgbClr val="0070C0"/>
                      </a:solidFill>
                      <a:prstDash val="solid"/>
                    </a:lnL>
                    <a:lnR w="12700" cap="flat">
                      <a:solidFill>
                        <a:srgbClr val="0070C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C1C"/>
                          </a:solidFill>
                        </a:rPr>
                        <a:t>C1</a:t>
                      </a:r>
                    </a:p>
                  </a:txBody>
                  <a:tcPr>
                    <a:lnT w="12700" cap="flat">
                      <a:solidFill>
                        <a:srgbClr val="00B050"/>
                      </a:solidFill>
                      <a:prstDash val="solid"/>
                    </a:lnT>
                    <a:lnB w="12700" cap="flat">
                      <a:solidFill>
                        <a:srgbClr val="0070C0"/>
                      </a:solidFill>
                      <a:prstDash val="solid"/>
                    </a:lnB>
                    <a:lnL w="12700" cap="flat">
                      <a:solidFill>
                        <a:srgbClr val="0070C0"/>
                      </a:solidFill>
                      <a:prstDash val="solid"/>
                    </a:lnL>
                    <a:lnR w="12700" cap="flat">
                      <a:solidFill>
                        <a:srgbClr val="0070C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C1C"/>
                          </a:solidFill>
                        </a:rPr>
                        <a:t>A2</a:t>
                      </a:r>
                    </a:p>
                  </a:txBody>
                  <a:tcPr>
                    <a:lnT w="12700" cap="flat">
                      <a:solidFill>
                        <a:srgbClr val="0070C0"/>
                      </a:solidFill>
                      <a:prstDash val="solid"/>
                    </a:lnT>
                    <a:lnB w="12700" cap="flat">
                      <a:solidFill>
                        <a:srgbClr val="0070C0"/>
                      </a:solidFill>
                      <a:prstDash val="solid"/>
                    </a:lnB>
                    <a:lnL w="12700" cap="flat">
                      <a:solidFill>
                        <a:srgbClr val="0070C0"/>
                      </a:solidFill>
                      <a:prstDash val="solid"/>
                    </a:lnL>
                    <a:lnR w="12700" cap="flat">
                      <a:solidFill>
                        <a:srgbClr val="0070C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C1C"/>
                          </a:solidFill>
                        </a:rPr>
                        <a:t>B2</a:t>
                      </a:r>
                    </a:p>
                  </a:txBody>
                  <a:tcPr>
                    <a:lnT w="12700" cap="flat">
                      <a:solidFill>
                        <a:srgbClr val="0070C0"/>
                      </a:solidFill>
                      <a:prstDash val="solid"/>
                    </a:lnT>
                    <a:lnB w="12700" cap="flat">
                      <a:solidFill>
                        <a:srgbClr val="0070C0"/>
                      </a:solidFill>
                      <a:prstDash val="solid"/>
                    </a:lnB>
                    <a:lnL w="12700" cap="flat">
                      <a:solidFill>
                        <a:srgbClr val="0070C0"/>
                      </a:solidFill>
                      <a:prstDash val="solid"/>
                    </a:lnL>
                    <a:lnR w="12700" cap="flat">
                      <a:solidFill>
                        <a:srgbClr val="0070C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C1C"/>
                          </a:solidFill>
                        </a:rPr>
                        <a:t>C2</a:t>
                      </a:r>
                    </a:p>
                  </a:txBody>
                  <a:tcPr>
                    <a:lnT w="12700" cap="flat">
                      <a:solidFill>
                        <a:srgbClr val="0070C0"/>
                      </a:solidFill>
                      <a:prstDash val="solid"/>
                    </a:lnT>
                    <a:lnB w="12700" cap="flat">
                      <a:solidFill>
                        <a:srgbClr val="0070C0"/>
                      </a:solidFill>
                      <a:prstDash val="solid"/>
                    </a:lnB>
                    <a:lnL w="12700" cap="flat">
                      <a:solidFill>
                        <a:srgbClr val="0070C0"/>
                      </a:solidFill>
                      <a:prstDash val="solid"/>
                    </a:lnL>
                    <a:lnR w="12700" cap="flat">
                      <a:solidFill>
                        <a:srgbClr val="0070C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T w="12700" cap="flat">
                      <a:solidFill>
                        <a:srgbClr val="0070C0"/>
                      </a:solidFill>
                      <a:prstDash val="solid"/>
                    </a:lnT>
                    <a:lnB w="12700" cap="flat">
                      <a:solidFill>
                        <a:srgbClr val="0070C0"/>
                      </a:solidFill>
                      <a:prstDash val="solid"/>
                    </a:lnB>
                    <a:lnL w="12700" cap="flat">
                      <a:solidFill>
                        <a:srgbClr val="0070C0"/>
                      </a:solidFill>
                      <a:prstDash val="solid"/>
                    </a:lnL>
                    <a:lnR w="12700" cap="flat">
                      <a:solidFill>
                        <a:srgbClr val="0070C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T w="12700" cap="flat">
                      <a:solidFill>
                        <a:srgbClr val="0070C0"/>
                      </a:solidFill>
                      <a:prstDash val="solid"/>
                    </a:lnT>
                    <a:lnB w="12700" cap="flat">
                      <a:solidFill>
                        <a:srgbClr val="0070C0"/>
                      </a:solidFill>
                      <a:prstDash val="solid"/>
                    </a:lnB>
                    <a:lnL w="12700" cap="flat">
                      <a:solidFill>
                        <a:srgbClr val="0070C0"/>
                      </a:solidFill>
                      <a:prstDash val="solid"/>
                    </a:lnL>
                    <a:lnR w="12700" cap="flat">
                      <a:solidFill>
                        <a:srgbClr val="0070C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T w="12700" cap="flat">
                      <a:solidFill>
                        <a:srgbClr val="0070C0"/>
                      </a:solidFill>
                      <a:prstDash val="solid"/>
                    </a:lnT>
                    <a:lnB w="12700" cap="flat">
                      <a:solidFill>
                        <a:srgbClr val="0070C0"/>
                      </a:solidFill>
                      <a:prstDash val="solid"/>
                    </a:lnB>
                    <a:lnL w="12700" cap="flat">
                      <a:solidFill>
                        <a:srgbClr val="0070C0"/>
                      </a:solidFill>
                      <a:prstDash val="solid"/>
                    </a:lnL>
                    <a:lnR w="12700" cap="flat">
                      <a:solidFill>
                        <a:srgbClr val="0070C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