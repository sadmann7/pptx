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35c95ef82c543e6" /><Relationship Type="http://schemas.openxmlformats.org/officeDocument/2006/relationships/extended-properties" Target="/docProps/app.xml" Id="Rda5a71d88d1a43e1" /><Relationship Type="http://schemas.openxmlformats.org/officeDocument/2006/relationships/officeDocument" Target="/ppt/presentation.xml" Id="R76cc297fa55445b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bf1a6ca6d8047b0"/>
  </p:sldMasterIdLst>
  <p:notesMasterIdLst>
    <p:notesMasterId xmlns:r="http://schemas.openxmlformats.org/officeDocument/2006/relationships" r:id="R541afdd4217f43e1"/>
  </p:notesMasterIdLst>
  <p:sldIdLst>
    <p:sldId xmlns:r="http://schemas.openxmlformats.org/officeDocument/2006/relationships" id="256" r:id="R7539beeebcbd499d"/>
    <p:sldId xmlns:r="http://schemas.openxmlformats.org/officeDocument/2006/relationships" id="257" r:id="R61fad9e687914582"/>
    <p:sldId xmlns:r="http://schemas.openxmlformats.org/officeDocument/2006/relationships" id="258" r:id="R593a780ab29e4379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3f75741f89748d5" /><Relationship Type="http://schemas.openxmlformats.org/officeDocument/2006/relationships/slideMaster" Target="/ppt/slideMasters/slideMaster1.xml" Id="R2bf1a6ca6d8047b0" /><Relationship Type="http://schemas.openxmlformats.org/officeDocument/2006/relationships/notesMaster" Target="/ppt/notesMasters/notesMaster1.xml" Id="R541afdd4217f43e1" /><Relationship Type="http://schemas.openxmlformats.org/officeDocument/2006/relationships/presProps" Target="/ppt/presProps.xml" Id="R50a44eed0e0d4dd2" /><Relationship Type="http://schemas.openxmlformats.org/officeDocument/2006/relationships/tableStyles" Target="/ppt/tableStyles.xml" Id="R8985819728ee4e4d" /><Relationship Type="http://schemas.openxmlformats.org/officeDocument/2006/relationships/slide" Target="/ppt/slides/slide1.xml" Id="R7539beeebcbd499d" /><Relationship Type="http://schemas.openxmlformats.org/officeDocument/2006/relationships/slide" Target="/ppt/slides/slide2.xml" Id="R61fad9e687914582" /><Relationship Type="http://schemas.openxmlformats.org/officeDocument/2006/relationships/slide" Target="/ppt/slides/slide3.xml" Id="R593a780ab29e43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cb7ed07f86e408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598b14b4494f8c" /><Relationship Type="http://schemas.openxmlformats.org/officeDocument/2006/relationships/notesMaster" Target="/ppt/notesMasters/notesMaster1.xml" Id="R27215e77571542d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ddf1c654b5b4821" /><Relationship Type="http://schemas.openxmlformats.org/officeDocument/2006/relationships/notesMaster" Target="/ppt/notesMasters/notesMaster1.xml" Id="Raf6f8a4d8dc84f6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0dfe85f80c4412c" /><Relationship Type="http://schemas.openxmlformats.org/officeDocument/2006/relationships/notesMaster" Target="/ppt/notesMasters/notesMaster1.xml" Id="R8e0bbc173d284b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31cbe1aeba4b9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d25294157544956" /><Relationship Type="http://schemas.openxmlformats.org/officeDocument/2006/relationships/slideLayout" Target="/ppt/slideLayouts/slideLayout1.xml" Id="Ra73812be218a4e9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3812be218a4e9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8df33b1889494e" /><Relationship Type="http://schemas.openxmlformats.org/officeDocument/2006/relationships/image" Target="/ppt/media/image.png" Id="Rf701459ddf074438" /><Relationship Type="http://schemas.openxmlformats.org/officeDocument/2006/relationships/notesSlide" Target="/ppt/notesSlides/notesSlide1.xml" Id="R387efd72ca944d6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f5976ac1494c7e" /><Relationship Type="http://schemas.openxmlformats.org/officeDocument/2006/relationships/image" Target="/ppt/media/image2.png" Id="Rb4577ee290d04355" /><Relationship Type="http://schemas.openxmlformats.org/officeDocument/2006/relationships/notesSlide" Target="/ppt/notesSlides/notesSlide2.xml" Id="R9811933f8246476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89235da7414afe" /><Relationship Type="http://schemas.openxmlformats.org/officeDocument/2006/relationships/image" Target="/ppt/media/image3.png" Id="R8dd9ba63cc6a4769" /><Relationship Type="http://schemas.openxmlformats.org/officeDocument/2006/relationships/notesSlide" Target="/ppt/notesSlides/notesSlide3.xml" Id="Rb9dccb8eae2a415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01459ddf07443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01118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577ee290d0435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55647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d9ba63cc6a476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6028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2026-07-13T15:13:04.8210000Z</dcterms:created>
  <dcterms:modified xsi:type="dcterms:W3CDTF">2026-07-13T15:13:04.8210000Z</dcterms:modified>
</coreProperties>
</file>