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theme" Target="theme/theme1.xml"/>
</Relationships>
</file>

<file path=ppt/slideLayouts/_rels/slideLayout1.xml.rels><?xml version="1.0" encoding="UTF-8" standalone="yes"?>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096000" cy="1828800"/>
          </a:xfrm>
          <a:prstGeom prst="rect">
            <a:avLst/>
          </a:prstGeom>
          <a:solidFill>
            <a:srgbClr val="C00000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096000" cy="1828800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Slide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096000" cy="1828800"/>
          </a:xfrm>
          <a:prstGeom prst="rect">
            <a:avLst/>
          </a:prstGeom>
          <a:solidFill>
            <a:srgbClr val="00B050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Slide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