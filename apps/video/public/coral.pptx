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507f4a1b59419b" /><Relationship Type="http://schemas.openxmlformats.org/officeDocument/2006/relationships/extended-properties" Target="/docProps/app.xml" Id="R7b54c557f7774668" /><Relationship Type="http://schemas.openxmlformats.org/officeDocument/2006/relationships/officeDocument" Target="/ppt/presentation.xml" Id="Ref81f0b28fa943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a8ca3cae704041"/>
  </p:sldMasterIdLst>
  <p:notesMasterIdLst>
    <p:notesMasterId xmlns:r="http://schemas.openxmlformats.org/officeDocument/2006/relationships" r:id="R5956c30803ce44e7"/>
  </p:notesMasterIdLst>
  <p:sldIdLst>
    <p:sldId xmlns:r="http://schemas.openxmlformats.org/officeDocument/2006/relationships" id="256" r:id="R057d34ce1c9747b8"/>
    <p:sldId xmlns:r="http://schemas.openxmlformats.org/officeDocument/2006/relationships" id="257" r:id="R7aa92da454e8439b"/>
    <p:sldId xmlns:r="http://schemas.openxmlformats.org/officeDocument/2006/relationships" id="258" r:id="R69c3abe1efd1415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1df54198fa41a3" /><Relationship Type="http://schemas.openxmlformats.org/officeDocument/2006/relationships/slideMaster" Target="/ppt/slideMasters/slideMaster1.xml" Id="Rd9a8ca3cae704041" /><Relationship Type="http://schemas.openxmlformats.org/officeDocument/2006/relationships/notesMaster" Target="/ppt/notesMasters/notesMaster1.xml" Id="R5956c30803ce44e7" /><Relationship Type="http://schemas.openxmlformats.org/officeDocument/2006/relationships/presProps" Target="/ppt/presProps.xml" Id="R0dab9554db934918" /><Relationship Type="http://schemas.openxmlformats.org/officeDocument/2006/relationships/tableStyles" Target="/ppt/tableStyles.xml" Id="R24409f55fe5741fe" /><Relationship Type="http://schemas.openxmlformats.org/officeDocument/2006/relationships/slide" Target="/ppt/slides/slide1.xml" Id="R057d34ce1c9747b8" /><Relationship Type="http://schemas.openxmlformats.org/officeDocument/2006/relationships/slide" Target="/ppt/slides/slide2.xml" Id="R7aa92da454e8439b" /><Relationship Type="http://schemas.openxmlformats.org/officeDocument/2006/relationships/slide" Target="/ppt/slides/slide3.xml" Id="R69c3abe1efd141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00713ee69243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c2cdc1521b4a7f" /><Relationship Type="http://schemas.openxmlformats.org/officeDocument/2006/relationships/notesMaster" Target="/ppt/notesMasters/notesMaster1.xml" Id="R7f91a2ae0e7d44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6ba1bd0a674a3e" /><Relationship Type="http://schemas.openxmlformats.org/officeDocument/2006/relationships/notesMaster" Target="/ppt/notesMasters/notesMaster1.xml" Id="R2ab4f58ef1804a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eac61e7ea944bf" /><Relationship Type="http://schemas.openxmlformats.org/officeDocument/2006/relationships/notesMaster" Target="/ppt/notesMasters/notesMaster1.xml" Id="R90ef6944dbc44f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b18e582ac41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bbfa998a4f4b69" /><Relationship Type="http://schemas.openxmlformats.org/officeDocument/2006/relationships/slideLayout" Target="/ppt/slideLayouts/slideLayout1.xml" Id="Refce6f9bcd2e42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ce6f9bcd2e42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09b4fa5b34ce6" /><Relationship Type="http://schemas.openxmlformats.org/officeDocument/2006/relationships/image" Target="/ppt/media/image.png" Id="Rc13e217607904dd2" /><Relationship Type="http://schemas.openxmlformats.org/officeDocument/2006/relationships/notesSlide" Target="/ppt/notesSlides/notesSlide1.xml" Id="R9ed7bd0e3ddb4e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f27367f2d4a8a" /><Relationship Type="http://schemas.openxmlformats.org/officeDocument/2006/relationships/image" Target="/ppt/media/image2.png" Id="Rf2f825b7c2864488" /><Relationship Type="http://schemas.openxmlformats.org/officeDocument/2006/relationships/notesSlide" Target="/ppt/notesSlides/notesSlide2.xml" Id="R0c799715b12348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e9e01109441bf" /><Relationship Type="http://schemas.openxmlformats.org/officeDocument/2006/relationships/image" Target="/ppt/media/image3.png" Id="R35864381f7c84f07" /><Relationship Type="http://schemas.openxmlformats.org/officeDocument/2006/relationships/notesSlide" Target="/ppt/notesSlides/notesSlide3.xml" Id="Ree5feafad79e4d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e217607904d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860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825b7c28644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0777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64381f7c84f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281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2026-07-13T15:13:05.4820000Z</dcterms:created>
  <dcterms:modified xsi:type="dcterms:W3CDTF">2026-07-13T15:13:05.4820000Z</dcterms:modified>
</coreProperties>
</file>