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73300f2854bf4" /><Relationship Type="http://schemas.openxmlformats.org/officeDocument/2006/relationships/extended-properties" Target="/docProps/app.xml" Id="Rc81558a353e44b4b" /><Relationship Type="http://schemas.openxmlformats.org/officeDocument/2006/relationships/officeDocument" Target="/ppt/presentation.xml" Id="R25677ac1af65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de0da45744ff1"/>
  </p:sldMasterIdLst>
  <p:notesMasterIdLst>
    <p:notesMasterId xmlns:r="http://schemas.openxmlformats.org/officeDocument/2006/relationships" r:id="R338e901634c4424c"/>
  </p:notesMasterIdLst>
  <p:sldIdLst>
    <p:sldId xmlns:r="http://schemas.openxmlformats.org/officeDocument/2006/relationships" id="256" r:id="R29cf003ff0fb4e82"/>
    <p:sldId xmlns:r="http://schemas.openxmlformats.org/officeDocument/2006/relationships" id="257" r:id="R67496393fb444ab3"/>
    <p:sldId xmlns:r="http://schemas.openxmlformats.org/officeDocument/2006/relationships" id="258" r:id="Rb5b8f2ebd684412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cba9f4bb547d9" /><Relationship Type="http://schemas.openxmlformats.org/officeDocument/2006/relationships/slideMaster" Target="/ppt/slideMasters/slideMaster1.xml" Id="R1adde0da45744ff1" /><Relationship Type="http://schemas.openxmlformats.org/officeDocument/2006/relationships/notesMaster" Target="/ppt/notesMasters/notesMaster1.xml" Id="R338e901634c4424c" /><Relationship Type="http://schemas.openxmlformats.org/officeDocument/2006/relationships/presProps" Target="/ppt/presProps.xml" Id="R89adc1179d164558" /><Relationship Type="http://schemas.openxmlformats.org/officeDocument/2006/relationships/tableStyles" Target="/ppt/tableStyles.xml" Id="Rd83b31a49ab346b2" /><Relationship Type="http://schemas.openxmlformats.org/officeDocument/2006/relationships/slide" Target="/ppt/slides/slide1.xml" Id="R29cf003ff0fb4e82" /><Relationship Type="http://schemas.openxmlformats.org/officeDocument/2006/relationships/slide" Target="/ppt/slides/slide2.xml" Id="R67496393fb444ab3" /><Relationship Type="http://schemas.openxmlformats.org/officeDocument/2006/relationships/slide" Target="/ppt/slides/slide3.xml" Id="Rb5b8f2ebd684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78a4d114b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b45b07048448c" /><Relationship Type="http://schemas.openxmlformats.org/officeDocument/2006/relationships/notesMaster" Target="/ppt/notesMasters/notesMaster1.xml" Id="R4f10c39b8999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d3a9af4a24673" /><Relationship Type="http://schemas.openxmlformats.org/officeDocument/2006/relationships/notesMaster" Target="/ppt/notesMasters/notesMaster1.xml" Id="R5757989ba297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3727aad0004934" /><Relationship Type="http://schemas.openxmlformats.org/officeDocument/2006/relationships/notesMaster" Target="/ppt/notesMasters/notesMaster1.xml" Id="R98fc9dba7561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9e7f6970b4d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d68b1e96447e8" /><Relationship Type="http://schemas.openxmlformats.org/officeDocument/2006/relationships/slideLayout" Target="/ppt/slideLayouts/slideLayout1.xml" Id="R7219cb833b42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9cb833b42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d7681dc94751" /><Relationship Type="http://schemas.openxmlformats.org/officeDocument/2006/relationships/image" Target="/ppt/media/image.png" Id="R096d7da5cd494324" /><Relationship Type="http://schemas.openxmlformats.org/officeDocument/2006/relationships/notesSlide" Target="/ppt/notesSlides/notesSlide1.xml" Id="R0a29f69a5ac3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3f94e00614174" /><Relationship Type="http://schemas.openxmlformats.org/officeDocument/2006/relationships/image" Target="/ppt/media/image2.png" Id="R6aa16f51e9ab44ff" /><Relationship Type="http://schemas.openxmlformats.org/officeDocument/2006/relationships/notesSlide" Target="/ppt/notesSlides/notesSlide2.xml" Id="R09904296b0bc43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75d76f1dd49f2" /><Relationship Type="http://schemas.openxmlformats.org/officeDocument/2006/relationships/image" Target="/ppt/media/image3.png" Id="R656a008c91464fb6" /><Relationship Type="http://schemas.openxmlformats.org/officeDocument/2006/relationships/notesSlide" Target="/ppt/notesSlides/notesSlide3.xml" Id="R18c2204ac68044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d7da5cd4943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54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16f51e9ab44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071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a008c91464f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66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2026-07-13T15:13:05.1030000Z</dcterms:created>
  <dcterms:modified xsi:type="dcterms:W3CDTF">2026-07-13T15:13:05.1030000Z</dcterms:modified>
</coreProperties>
</file>