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7ab68bc354659" /><Relationship Type="http://schemas.openxmlformats.org/officeDocument/2006/relationships/extended-properties" Target="/docProps/app.xml" Id="R0131b261b6154eb8" /><Relationship Type="http://schemas.openxmlformats.org/officeDocument/2006/relationships/officeDocument" Target="/ppt/presentation.xml" Id="R37c5a6b27ab04f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a080f0a514d34"/>
  </p:sldMasterIdLst>
  <p:notesMasterIdLst>
    <p:notesMasterId xmlns:r="http://schemas.openxmlformats.org/officeDocument/2006/relationships" r:id="Raa2f6101eae74fed"/>
  </p:notesMasterIdLst>
  <p:sldIdLst>
    <p:sldId xmlns:r="http://schemas.openxmlformats.org/officeDocument/2006/relationships" id="256" r:id="Rf4882232fcfc4af9"/>
    <p:sldId xmlns:r="http://schemas.openxmlformats.org/officeDocument/2006/relationships" id="257" r:id="Rec54ec6cfa194ed3"/>
    <p:sldId xmlns:r="http://schemas.openxmlformats.org/officeDocument/2006/relationships" id="258" r:id="R2a779fb0be2a451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b6b2b8266b4de9" /><Relationship Type="http://schemas.openxmlformats.org/officeDocument/2006/relationships/slideMaster" Target="/ppt/slideMasters/slideMaster1.xml" Id="R74fa080f0a514d34" /><Relationship Type="http://schemas.openxmlformats.org/officeDocument/2006/relationships/notesMaster" Target="/ppt/notesMasters/notesMaster1.xml" Id="Raa2f6101eae74fed" /><Relationship Type="http://schemas.openxmlformats.org/officeDocument/2006/relationships/presProps" Target="/ppt/presProps.xml" Id="R91ad7d4a407d491f" /><Relationship Type="http://schemas.openxmlformats.org/officeDocument/2006/relationships/tableStyles" Target="/ppt/tableStyles.xml" Id="R9ddcf2ae6c3845d5" /><Relationship Type="http://schemas.openxmlformats.org/officeDocument/2006/relationships/slide" Target="/ppt/slides/slide1.xml" Id="Rf4882232fcfc4af9" /><Relationship Type="http://schemas.openxmlformats.org/officeDocument/2006/relationships/slide" Target="/ppt/slides/slide2.xml" Id="Rec54ec6cfa194ed3" /><Relationship Type="http://schemas.openxmlformats.org/officeDocument/2006/relationships/slide" Target="/ppt/slides/slide3.xml" Id="R2a779fb0be2a45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da52ca88cf4d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dddbde4ac045da" /><Relationship Type="http://schemas.openxmlformats.org/officeDocument/2006/relationships/notesMaster" Target="/ppt/notesMasters/notesMaster1.xml" Id="R56cb1d786c5b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a3da63f3af4fca" /><Relationship Type="http://schemas.openxmlformats.org/officeDocument/2006/relationships/notesMaster" Target="/ppt/notesMasters/notesMaster1.xml" Id="Rd4edc8f6db6545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20093c7c784911" /><Relationship Type="http://schemas.openxmlformats.org/officeDocument/2006/relationships/notesMaster" Target="/ppt/notesMasters/notesMaster1.xml" Id="Rbfe0d6f562794d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8b416bed84c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583f45619a4a4f" /><Relationship Type="http://schemas.openxmlformats.org/officeDocument/2006/relationships/slideLayout" Target="/ppt/slideLayouts/slideLayout1.xml" Id="R423cb0e0120443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cb0e01204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81893d8f14501" /><Relationship Type="http://schemas.openxmlformats.org/officeDocument/2006/relationships/image" Target="/ppt/media/image.png" Id="R65fc1055d22545ad" /><Relationship Type="http://schemas.openxmlformats.org/officeDocument/2006/relationships/notesSlide" Target="/ppt/notesSlides/notesSlide1.xml" Id="R2aef47804a374e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d0e601581408c" /><Relationship Type="http://schemas.openxmlformats.org/officeDocument/2006/relationships/image" Target="/ppt/media/image2.png" Id="R6b77da8a46634cf5" /><Relationship Type="http://schemas.openxmlformats.org/officeDocument/2006/relationships/notesSlide" Target="/ppt/notesSlides/notesSlide2.xml" Id="R8a14546a9caf4b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05477aabe47e4" /><Relationship Type="http://schemas.openxmlformats.org/officeDocument/2006/relationships/image" Target="/ppt/media/image3.png" Id="R1807cd3493df4c66" /><Relationship Type="http://schemas.openxmlformats.org/officeDocument/2006/relationships/notesSlide" Target="/ppt/notesSlides/notesSlide3.xml" Id="R19c9273c8df44ef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c1055d22545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356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7da8a46634c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249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7cd3493df4c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61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2026-07-13T15:13:06.8880000Z</dcterms:created>
  <dcterms:modified xsi:type="dcterms:W3CDTF">2026-07-13T15:13:06.8880000Z</dcterms:modified>
</coreProperties>
</file>