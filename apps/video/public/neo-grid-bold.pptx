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7f14646dee84cf9" /><Relationship Type="http://schemas.openxmlformats.org/officeDocument/2006/relationships/extended-properties" Target="/docProps/app.xml" Id="Rbff23a280f5a4819" /><Relationship Type="http://schemas.openxmlformats.org/officeDocument/2006/relationships/officeDocument" Target="/ppt/presentation.xml" Id="R3c96cbe596054a7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3656788f8f244d3"/>
  </p:sldMasterIdLst>
  <p:notesMasterIdLst>
    <p:notesMasterId xmlns:r="http://schemas.openxmlformats.org/officeDocument/2006/relationships" r:id="Ref65ad55abcc4b1b"/>
  </p:notesMasterIdLst>
  <p:sldIdLst>
    <p:sldId xmlns:r="http://schemas.openxmlformats.org/officeDocument/2006/relationships" id="256" r:id="R6da7244fcb7a4f68"/>
    <p:sldId xmlns:r="http://schemas.openxmlformats.org/officeDocument/2006/relationships" id="257" r:id="Ra42da20cb3474090"/>
    <p:sldId xmlns:r="http://schemas.openxmlformats.org/officeDocument/2006/relationships" id="258" r:id="R205719e20788478a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1387152663e4aee" /><Relationship Type="http://schemas.openxmlformats.org/officeDocument/2006/relationships/slideMaster" Target="/ppt/slideMasters/slideMaster1.xml" Id="R43656788f8f244d3" /><Relationship Type="http://schemas.openxmlformats.org/officeDocument/2006/relationships/notesMaster" Target="/ppt/notesMasters/notesMaster1.xml" Id="Ref65ad55abcc4b1b" /><Relationship Type="http://schemas.openxmlformats.org/officeDocument/2006/relationships/presProps" Target="/ppt/presProps.xml" Id="Ra4c3312997804978" /><Relationship Type="http://schemas.openxmlformats.org/officeDocument/2006/relationships/tableStyles" Target="/ppt/tableStyles.xml" Id="Rfc51f7e2cb3642e5" /><Relationship Type="http://schemas.openxmlformats.org/officeDocument/2006/relationships/slide" Target="/ppt/slides/slide1.xml" Id="R6da7244fcb7a4f68" /><Relationship Type="http://schemas.openxmlformats.org/officeDocument/2006/relationships/slide" Target="/ppt/slides/slide2.xml" Id="Ra42da20cb3474090" /><Relationship Type="http://schemas.openxmlformats.org/officeDocument/2006/relationships/slide" Target="/ppt/slides/slide3.xml" Id="R205719e20788478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c2f0c037c29438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3ce60b23d924f49" /><Relationship Type="http://schemas.openxmlformats.org/officeDocument/2006/relationships/notesMaster" Target="/ppt/notesMasters/notesMaster1.xml" Id="Re0a21d15636f473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510480bb0fd439c" /><Relationship Type="http://schemas.openxmlformats.org/officeDocument/2006/relationships/notesMaster" Target="/ppt/notesMasters/notesMaster1.xml" Id="R1a3a9048e98347c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a6d6bac0666481a" /><Relationship Type="http://schemas.openxmlformats.org/officeDocument/2006/relationships/notesMaster" Target="/ppt/notesMasters/notesMaster1.xml" Id="R1b9f642df1d940b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27e958b54e4bd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6c41ce299d44c4b" /><Relationship Type="http://schemas.openxmlformats.org/officeDocument/2006/relationships/slideLayout" Target="/ppt/slideLayouts/slideLayout1.xml" Id="R99e23ce29c5a4e6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9e23ce29c5a4e6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b359d08afa4965" /><Relationship Type="http://schemas.openxmlformats.org/officeDocument/2006/relationships/image" Target="/ppt/media/image.png" Id="Rbda708d7757043f9" /><Relationship Type="http://schemas.openxmlformats.org/officeDocument/2006/relationships/notesSlide" Target="/ppt/notesSlides/notesSlide1.xml" Id="R7740336eb364451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ff339b3e4f4a76" /><Relationship Type="http://schemas.openxmlformats.org/officeDocument/2006/relationships/image" Target="/ppt/media/image2.png" Id="R5689d61ac235441e" /><Relationship Type="http://schemas.openxmlformats.org/officeDocument/2006/relationships/notesSlide" Target="/ppt/notesSlides/notesSlide2.xml" Id="R1a150d08b64c493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6b55d2e3654170" /><Relationship Type="http://schemas.openxmlformats.org/officeDocument/2006/relationships/image" Target="/ppt/media/image3.png" Id="R0c8049071ddc4694" /><Relationship Type="http://schemas.openxmlformats.org/officeDocument/2006/relationships/notesSlide" Target="/ppt/notesSlides/notesSlide3.xml" Id="R0a4ea1509130402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a708d7757043f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51109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89d61ac235441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13307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8049071ddc469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1221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2026-07-13T15:13:06.0640000Z</dcterms:created>
  <dcterms:modified xsi:type="dcterms:W3CDTF">2026-07-13T15:13:06.0640000Z</dcterms:modified>
</coreProperties>
</file>