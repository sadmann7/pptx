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acf8e44f1c4908" /><Relationship Type="http://schemas.openxmlformats.org/officeDocument/2006/relationships/extended-properties" Target="/docProps/app.xml" Id="R54ef881b3a72489d" /><Relationship Type="http://schemas.openxmlformats.org/officeDocument/2006/relationships/officeDocument" Target="/ppt/presentation.xml" Id="Ra619fa099ca84d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4ce2668d3946ff"/>
  </p:sldMasterIdLst>
  <p:notesMasterIdLst>
    <p:notesMasterId xmlns:r="http://schemas.openxmlformats.org/officeDocument/2006/relationships" r:id="Rd941def12f8c46b7"/>
  </p:notesMasterIdLst>
  <p:sldIdLst>
    <p:sldId xmlns:r="http://schemas.openxmlformats.org/officeDocument/2006/relationships" id="256" r:id="Red9e3783a2384105"/>
    <p:sldId xmlns:r="http://schemas.openxmlformats.org/officeDocument/2006/relationships" id="257" r:id="R53718f690d1f4ed2"/>
    <p:sldId xmlns:r="http://schemas.openxmlformats.org/officeDocument/2006/relationships" id="258" r:id="R9e44d0746d64471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f9ae27a2c4e67" /><Relationship Type="http://schemas.openxmlformats.org/officeDocument/2006/relationships/slideMaster" Target="/ppt/slideMasters/slideMaster1.xml" Id="R574ce2668d3946ff" /><Relationship Type="http://schemas.openxmlformats.org/officeDocument/2006/relationships/notesMaster" Target="/ppt/notesMasters/notesMaster1.xml" Id="Rd941def12f8c46b7" /><Relationship Type="http://schemas.openxmlformats.org/officeDocument/2006/relationships/presProps" Target="/ppt/presProps.xml" Id="Reba058533b5d4729" /><Relationship Type="http://schemas.openxmlformats.org/officeDocument/2006/relationships/tableStyles" Target="/ppt/tableStyles.xml" Id="R236db2af597c428c" /><Relationship Type="http://schemas.openxmlformats.org/officeDocument/2006/relationships/slide" Target="/ppt/slides/slide1.xml" Id="Red9e3783a2384105" /><Relationship Type="http://schemas.openxmlformats.org/officeDocument/2006/relationships/slide" Target="/ppt/slides/slide2.xml" Id="R53718f690d1f4ed2" /><Relationship Type="http://schemas.openxmlformats.org/officeDocument/2006/relationships/slide" Target="/ppt/slides/slide3.xml" Id="R9e44d0746d6447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5aa621a4e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477d9ac5f4bc0" /><Relationship Type="http://schemas.openxmlformats.org/officeDocument/2006/relationships/notesMaster" Target="/ppt/notesMasters/notesMaster1.xml" Id="R14b48bb05694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d6e10da014acf" /><Relationship Type="http://schemas.openxmlformats.org/officeDocument/2006/relationships/notesMaster" Target="/ppt/notesMasters/notesMaster1.xml" Id="R66c4ffe43c034c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c08ef666444cbb" /><Relationship Type="http://schemas.openxmlformats.org/officeDocument/2006/relationships/notesMaster" Target="/ppt/notesMasters/notesMaster1.xml" Id="R0f4e41085de3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efa2fc77e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64dda45e4247ec" /><Relationship Type="http://schemas.openxmlformats.org/officeDocument/2006/relationships/slideLayout" Target="/ppt/slideLayouts/slideLayout1.xml" Id="R28cc7b74dde442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c7b74dde442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fd02e78494d9e" /><Relationship Type="http://schemas.openxmlformats.org/officeDocument/2006/relationships/image" Target="/ppt/media/image.png" Id="R7a5666db37674101" /><Relationship Type="http://schemas.openxmlformats.org/officeDocument/2006/relationships/notesSlide" Target="/ppt/notesSlides/notesSlide1.xml" Id="Rd08aa2195126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44c01ff294c68" /><Relationship Type="http://schemas.openxmlformats.org/officeDocument/2006/relationships/image" Target="/ppt/media/image2.png" Id="R576febd3fea14342" /><Relationship Type="http://schemas.openxmlformats.org/officeDocument/2006/relationships/notesSlide" Target="/ppt/notesSlides/notesSlide2.xml" Id="Rb00afeafcb9445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4e26e6e7d4960" /><Relationship Type="http://schemas.openxmlformats.org/officeDocument/2006/relationships/image" Target="/ppt/media/image3.png" Id="R56f542124b764d93" /><Relationship Type="http://schemas.openxmlformats.org/officeDocument/2006/relationships/notesSlide" Target="/ppt/notesSlides/notesSlide3.xml" Id="R86bc88bf4e8649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666db376741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315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febd3fea143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61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542124b764d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31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2026-07-13T15:13:06.7380000Z</dcterms:created>
  <dcterms:modified xsi:type="dcterms:W3CDTF">2026-07-13T15:13:06.7380000Z</dcterms:modified>
</coreProperties>
</file>