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4183e97e74f6f" /><Relationship Type="http://schemas.openxmlformats.org/officeDocument/2006/relationships/extended-properties" Target="/docProps/app.xml" Id="R44abc46e382c47d4" /><Relationship Type="http://schemas.openxmlformats.org/officeDocument/2006/relationships/officeDocument" Target="/ppt/presentation.xml" Id="R0c8ccc4ccd9841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728bec5c84bae"/>
  </p:sldMasterIdLst>
  <p:notesMasterIdLst>
    <p:notesMasterId xmlns:r="http://schemas.openxmlformats.org/officeDocument/2006/relationships" r:id="R504de5e7e9794f9f"/>
  </p:notesMasterIdLst>
  <p:sldIdLst>
    <p:sldId xmlns:r="http://schemas.openxmlformats.org/officeDocument/2006/relationships" id="256" r:id="R2a77a5dbf2df4c50"/>
    <p:sldId xmlns:r="http://schemas.openxmlformats.org/officeDocument/2006/relationships" id="257" r:id="R78085748830c4ba2"/>
    <p:sldId xmlns:r="http://schemas.openxmlformats.org/officeDocument/2006/relationships" id="258" r:id="Rb178366c7d5c4f0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393ce33f64a9f" /><Relationship Type="http://schemas.openxmlformats.org/officeDocument/2006/relationships/slideMaster" Target="/ppt/slideMasters/slideMaster1.xml" Id="R59b728bec5c84bae" /><Relationship Type="http://schemas.openxmlformats.org/officeDocument/2006/relationships/notesMaster" Target="/ppt/notesMasters/notesMaster1.xml" Id="R504de5e7e9794f9f" /><Relationship Type="http://schemas.openxmlformats.org/officeDocument/2006/relationships/presProps" Target="/ppt/presProps.xml" Id="R64623afaffd94bdf" /><Relationship Type="http://schemas.openxmlformats.org/officeDocument/2006/relationships/tableStyles" Target="/ppt/tableStyles.xml" Id="Rd385eb7d9e464d56" /><Relationship Type="http://schemas.openxmlformats.org/officeDocument/2006/relationships/slide" Target="/ppt/slides/slide1.xml" Id="R2a77a5dbf2df4c50" /><Relationship Type="http://schemas.openxmlformats.org/officeDocument/2006/relationships/slide" Target="/ppt/slides/slide2.xml" Id="R78085748830c4ba2" /><Relationship Type="http://schemas.openxmlformats.org/officeDocument/2006/relationships/slide" Target="/ppt/slides/slide3.xml" Id="Rb178366c7d5c4f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9f7d5c58084a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3d2456b0d4cee" /><Relationship Type="http://schemas.openxmlformats.org/officeDocument/2006/relationships/notesMaster" Target="/ppt/notesMasters/notesMaster1.xml" Id="R0915b80b9d694c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515d90f13144e4" /><Relationship Type="http://schemas.openxmlformats.org/officeDocument/2006/relationships/notesMaster" Target="/ppt/notesMasters/notesMaster1.xml" Id="R49f213de4812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de812deb5c43a4" /><Relationship Type="http://schemas.openxmlformats.org/officeDocument/2006/relationships/notesMaster" Target="/ppt/notesMasters/notesMaster1.xml" Id="R9f39607fddfb45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fb6f8fdb3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a720f836094dd4" /><Relationship Type="http://schemas.openxmlformats.org/officeDocument/2006/relationships/slideLayout" Target="/ppt/slideLayouts/slideLayout1.xml" Id="R0e30a39c889240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30a39c889240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d7dd21f4f499d" /><Relationship Type="http://schemas.openxmlformats.org/officeDocument/2006/relationships/image" Target="/ppt/media/image.png" Id="Rdbeb05d5d2ab46c6" /><Relationship Type="http://schemas.openxmlformats.org/officeDocument/2006/relationships/notesSlide" Target="/ppt/notesSlides/notesSlide1.xml" Id="R51cd82b1b3b3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63408fa4742ed" /><Relationship Type="http://schemas.openxmlformats.org/officeDocument/2006/relationships/image" Target="/ppt/media/image2.png" Id="Rc0970cec7f4d46f9" /><Relationship Type="http://schemas.openxmlformats.org/officeDocument/2006/relationships/notesSlide" Target="/ppt/notesSlides/notesSlide2.xml" Id="R69323755410a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7906be16843f5" /><Relationship Type="http://schemas.openxmlformats.org/officeDocument/2006/relationships/image" Target="/ppt/media/image3.png" Id="Ra612fa60816742de" /><Relationship Type="http://schemas.openxmlformats.org/officeDocument/2006/relationships/notesSlide" Target="/ppt/notesSlides/notesSlide3.xml" Id="R326a72b3bbf64b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b05d5d2ab46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509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70cec7f4d46f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497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2fa60816742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44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2026-07-13T15:13:06.6440000Z</dcterms:created>
  <dcterms:modified xsi:type="dcterms:W3CDTF">2026-07-13T15:13:06.6440000Z</dcterms:modified>
</coreProperties>
</file>