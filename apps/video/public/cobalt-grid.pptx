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ea6f5aff64127" /><Relationship Type="http://schemas.openxmlformats.org/officeDocument/2006/relationships/extended-properties" Target="/docProps/app.xml" Id="Ra388b5dbc72e41d9" /><Relationship Type="http://schemas.openxmlformats.org/officeDocument/2006/relationships/officeDocument" Target="/ppt/presentation.xml" Id="Rb1359223a71946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054ea10d1d42a3"/>
  </p:sldMasterIdLst>
  <p:notesMasterIdLst>
    <p:notesMasterId xmlns:r="http://schemas.openxmlformats.org/officeDocument/2006/relationships" r:id="R19c87a32431c4267"/>
  </p:notesMasterIdLst>
  <p:sldIdLst>
    <p:sldId xmlns:r="http://schemas.openxmlformats.org/officeDocument/2006/relationships" id="256" r:id="R447fa4d5c67d4d6c"/>
    <p:sldId xmlns:r="http://schemas.openxmlformats.org/officeDocument/2006/relationships" id="257" r:id="R2c013f7cea5445c9"/>
    <p:sldId xmlns:r="http://schemas.openxmlformats.org/officeDocument/2006/relationships" id="258" r:id="R2a7f46f0e6d74d41"/>
    <p:sldId xmlns:r="http://schemas.openxmlformats.org/officeDocument/2006/relationships" id="259" r:id="R69d95b709abf4180"/>
    <p:sldId xmlns:r="http://schemas.openxmlformats.org/officeDocument/2006/relationships" id="260" r:id="R0ac60d37419e4bcf"/>
    <p:sldId xmlns:r="http://schemas.openxmlformats.org/officeDocument/2006/relationships" id="261" r:id="Rab48317edd954cc3"/>
    <p:sldId xmlns:r="http://schemas.openxmlformats.org/officeDocument/2006/relationships" id="262" r:id="R9d99110773af4ba8"/>
    <p:sldId xmlns:r="http://schemas.openxmlformats.org/officeDocument/2006/relationships" id="263" r:id="R58939e9ea27249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bddafe2c934b41" /><Relationship Type="http://schemas.openxmlformats.org/officeDocument/2006/relationships/slideMaster" Target="/ppt/slideMasters/slideMaster1.xml" Id="Rda054ea10d1d42a3" /><Relationship Type="http://schemas.openxmlformats.org/officeDocument/2006/relationships/notesMaster" Target="/ppt/notesMasters/notesMaster1.xml" Id="R19c87a32431c4267" /><Relationship Type="http://schemas.openxmlformats.org/officeDocument/2006/relationships/presProps" Target="/ppt/presProps.xml" Id="R7ad8de1a6a164a3c" /><Relationship Type="http://schemas.openxmlformats.org/officeDocument/2006/relationships/tableStyles" Target="/ppt/tableStyles.xml" Id="R563578969004483d" /><Relationship Type="http://schemas.openxmlformats.org/officeDocument/2006/relationships/slide" Target="/ppt/slides/slide1.xml" Id="R447fa4d5c67d4d6c" /><Relationship Type="http://schemas.openxmlformats.org/officeDocument/2006/relationships/slide" Target="/ppt/slides/slide2.xml" Id="R2c013f7cea5445c9" /><Relationship Type="http://schemas.openxmlformats.org/officeDocument/2006/relationships/slide" Target="/ppt/slides/slide3.xml" Id="R2a7f46f0e6d74d41" /><Relationship Type="http://schemas.openxmlformats.org/officeDocument/2006/relationships/slide" Target="/ppt/slides/slide4.xml" Id="R69d95b709abf4180" /><Relationship Type="http://schemas.openxmlformats.org/officeDocument/2006/relationships/slide" Target="/ppt/slides/slide5.xml" Id="R0ac60d37419e4bcf" /><Relationship Type="http://schemas.openxmlformats.org/officeDocument/2006/relationships/slide" Target="/ppt/slides/slide6.xml" Id="Rab48317edd954cc3" /><Relationship Type="http://schemas.openxmlformats.org/officeDocument/2006/relationships/slide" Target="/ppt/slides/slide7.xml" Id="R9d99110773af4ba8" /><Relationship Type="http://schemas.openxmlformats.org/officeDocument/2006/relationships/slide" Target="/ppt/slides/slide8.xml" Id="R58939e9ea27249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cea46e9794e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ae95cae8214603" /><Relationship Type="http://schemas.openxmlformats.org/officeDocument/2006/relationships/notesMaster" Target="/ppt/notesMasters/notesMaster1.xml" Id="R33e64ff821fe47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2a76a67a384176" /><Relationship Type="http://schemas.openxmlformats.org/officeDocument/2006/relationships/notesMaster" Target="/ppt/notesMasters/notesMaster1.xml" Id="R63a9bf57ad1c4b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31d9da3fca4235" /><Relationship Type="http://schemas.openxmlformats.org/officeDocument/2006/relationships/notesMaster" Target="/ppt/notesMasters/notesMaster1.xml" Id="Rb4303b58efc142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98ac0ab3954414" /><Relationship Type="http://schemas.openxmlformats.org/officeDocument/2006/relationships/notesMaster" Target="/ppt/notesMasters/notesMaster1.xml" Id="Re4da3952685f46a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e25b59a7ce4895" /><Relationship Type="http://schemas.openxmlformats.org/officeDocument/2006/relationships/notesMaster" Target="/ppt/notesMasters/notesMaster1.xml" Id="Rc703b12dbdb44f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6f983a2950746f8" /><Relationship Type="http://schemas.openxmlformats.org/officeDocument/2006/relationships/notesMaster" Target="/ppt/notesMasters/notesMaster1.xml" Id="Rf587a0711da449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21856dd01cb4718" /><Relationship Type="http://schemas.openxmlformats.org/officeDocument/2006/relationships/notesMaster" Target="/ppt/notesMasters/notesMaster1.xml" Id="R1692475101d14eb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d635e89cf24ee1" /><Relationship Type="http://schemas.openxmlformats.org/officeDocument/2006/relationships/notesMaster" Target="/ppt/notesMasters/notesMaster1.xml" Id="Rec92e7cfdeb54b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c0df4d53624c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3a54842c584d7f" /><Relationship Type="http://schemas.openxmlformats.org/officeDocument/2006/relationships/slideLayout" Target="/ppt/slideLayouts/slideLayout1.xml" Id="R810d827b55fa456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0d827b55fa456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9f555cc1a4ecb" /><Relationship Type="http://schemas.openxmlformats.org/officeDocument/2006/relationships/notesSlide" Target="/ppt/notesSlides/notesSlide1.xml" Id="Rc7c070900a7b4b8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0d766cdedd4e4b" /><Relationship Type="http://schemas.openxmlformats.org/officeDocument/2006/relationships/notesSlide" Target="/ppt/notesSlides/notesSlide2.xml" Id="R1ca8079597024a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a78bd073c64284" /><Relationship Type="http://schemas.openxmlformats.org/officeDocument/2006/relationships/notesSlide" Target="/ppt/notesSlides/notesSlide3.xml" Id="Rf870f68de27640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b814bba4e47e0" /><Relationship Type="http://schemas.openxmlformats.org/officeDocument/2006/relationships/notesSlide" Target="/ppt/notesSlides/notesSlide4.xml" Id="R944672ee22c242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6be325371a4564" /><Relationship Type="http://schemas.openxmlformats.org/officeDocument/2006/relationships/notesSlide" Target="/ppt/notesSlides/notesSlide5.xml" Id="R429a2a71c00541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18ea56a0946a1" /><Relationship Type="http://schemas.openxmlformats.org/officeDocument/2006/relationships/notesSlide" Target="/ppt/notesSlides/notesSlide6.xml" Id="Rb9ea64ab9a3f42d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cf84a0c43a4a86" /><Relationship Type="http://schemas.openxmlformats.org/officeDocument/2006/relationships/notesSlide" Target="/ppt/notesSlides/notesSlide7.xml" Id="R34d9724c5ca4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1c301478864db5" /><Relationship Type="http://schemas.openxmlformats.org/officeDocument/2006/relationships/notesSlide" Target="/ppt/notesSlides/notesSlide8.xml" Id="R3c2338aefeb347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4EE6E0-B88C-40EC-AD7C-5BC2E020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F5582A-D904-498B-8FDD-CA4022A9D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CE981-7D5B-4448-B0B7-CB3D0045B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150C7E-E9A3-4C79-9BFE-4393E98E1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81649D-8BAB-41D8-A587-04B41DD2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8D2C94-24B1-4006-8D88-BB7321F9E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A0904-55E6-4459-A489-0A4BECFCF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DCF56-61EF-4B3D-AEA1-543086D8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00ABE8-BF81-4A70-B1AB-C8206F4B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C0ADB-4A25-4D3E-8587-B6AE04E3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06E2A-5742-4CD3-B82C-DF6E7D53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A152B0-07E4-4D1C-9A3F-4A520E4D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D6E989-A39B-4444-9BD8-5EAE7DBB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323930-2E25-46B8-BF89-72A100C16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44668-204E-4214-A980-DD5FAB9A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6A207F-F8F8-4A54-806A-35A9F026F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0C269-3840-4A32-9814-61CC7CAA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9E91C-65BD-429B-BA93-324DE062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D4B26F-53D0-4B89-A1CD-EDCBF9E9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073CF1-B043-4416-B749-46FBB5FE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A8BDC-916F-4522-9B27-43B5DFF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5F5E92-D3C4-4C3D-B641-3F70F423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D1351F-75ED-446D-9483-B2BC3245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6909C3-1B12-4AEC-8F07-309FB9E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5FA14C-D3EA-40A4-9F91-6DF1EF08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F9E206-D9B2-4970-B3D2-457F66F9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3FBBE3-0A10-438E-B31E-0ACD4143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60430C-0BD3-4DE7-A038-2358D2B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3D3365-9137-4031-8F67-AB3E1884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07DD9A-E915-47E6-8BA4-F9C1EF7EB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798776-503B-4B7C-86D7-B236B0F9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6F588D-8D90-4746-A0EE-2A374B42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644EA5-5712-49CC-883D-BD262414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7E60A4-E399-45D4-87B6-3C010B70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45DCEB-2C4A-4DC1-AA5C-1B05C9329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0D66F4-8987-4809-BF66-FFCD41DA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7760F6-E9B1-43CA-A088-B71A1BA0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8F0823-CD92-4EF4-9CA1-76A258D9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A955D8D-B505-4DED-86BF-0D12A77F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1D0AB2-BF3B-49AE-9DFE-2FEAF438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BBA908-8EB5-40DD-AA91-7061B0C9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E957342-0CC9-4455-8AD7-967173CE8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F8D2F7-AE37-44B9-A673-F2444FCA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A1FB133-8AB5-443D-B060-A98C9AAB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EA8549-A534-41C5-8D4F-58EA3627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724FA14-4FBE-47B5-B8BB-8FC7548E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DCB4DF-B449-4FD6-B1AD-986F5B0C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6DBAB-516B-40E8-8CE1-6BA94B72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B2888AC-BCFA-48B7-BBBE-A0AD2EE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EA8667-F640-41FE-8A34-BE158FB60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DBB4DAB-BFE1-4A0D-9B66-9DB1683D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55B957-0275-44F2-AFE6-67535DA0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0C2817A-F0C4-4633-AC2F-9DE34800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055789-4900-40B1-A0ED-AADC7AC6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168E896-78D3-4EE9-BB9C-1C7FDCDC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9B609A-73EA-4DF5-9361-CDD4F51F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2C43B3-3C02-46AF-A611-B8CF2482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966EFD5-F4F7-42CD-A77C-2583067C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5F4E01-C93E-4BD2-9703-FEE5A1898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57BBB03-400E-4874-9EB3-3926C446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95F33E2-C000-45A8-9413-8280B2BA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57B16AF-74FE-49CC-9B2F-B9346433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9E1D148-348E-40E1-8B3E-2F2BF714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BCAB4F7-7736-4AE3-98FC-25A4676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6232A5C-66E8-4FAF-8E94-81E2146A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C3E182-CE6D-4712-99CD-49373DF2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3873F4E-252A-444E-BC7E-CB5C145F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01 / 08</a:t>
            </a:r>
          </a:p>
        </p:txBody>
      </p:sp>
      <p:sp>
        <p:nvSpPr>
          <p:cNvPr id="68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1618B62-36AB-46CA-A865-58EB6135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04850"/>
            <a:ext cx="6858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400" b="0" i="0">
                <a:solidFill>
                  <a:srgbClr val="1F2BE0"/>
                </a:solidFill>
              </a:defRPr>
            </a:pPr>
            <a:r>
              <a:rPr sz="8400" b="0" i="0">
                <a:solidFill>
                  <a:srgbClr val="1F2BE0"/>
                </a:solidFill>
              </a:rPr>
              <a:t>PPTX</a:t>
            </a:r>
          </a:p>
          <a:p xmlns:a="http://schemas.openxmlformats.org/drawingml/2006/main">
            <a:pPr algn="l">
              <a:defRPr sz="8400" b="0" i="0">
                <a:solidFill>
                  <a:srgbClr val="1F2BE0"/>
                </a:solidFill>
              </a:defRPr>
            </a:pPr>
            <a:r>
              <a:rPr sz="8400" b="0" i="0">
                <a:solidFill>
                  <a:srgbClr val="1F2BE0"/>
                </a:solidFill>
              </a:rPr>
              <a:t>2026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CC4A27B-129F-4720-816C-0F97765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DICEUI · PRESENTATION PRIMITIVES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944A86A-EA0F-44F9-916E-6C5496F13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57600"/>
            <a:ext cx="619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0" i="1">
                <a:solidFill>
                  <a:srgbClr val="1F2BE0"/>
                </a:solidFill>
              </a:defRPr>
            </a:pPr>
            <a:r>
              <a:rPr sz="2325" b="0" i="1">
                <a:solidFill>
                  <a:srgbClr val="1F2BE0"/>
                </a:solidFill>
              </a:rPr>
              <a:t>PowerPoint, rendered and editable in the browser.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A53A103-4273-49F7-B096-6D713017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DA0451-AFD1-4D92-98A0-DD234F70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9191D4-342A-4545-8498-8A29530E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011A1B5-7276-45A2-8C19-C6BC9CF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7DCD3B2-A927-43B9-8FED-520CD6BF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9768FA-1C7D-47BF-BB49-E15868A0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175CD4F-FD54-405E-82C0-EB2D7DAC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493CE42-D328-4D9A-8E8E-C2F34F12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704D490-B4D4-4D5C-8A45-3AB6AB76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E3F200D-40C3-4CD9-B5FB-C6740E1B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3677E0C-6294-4F96-9C4B-F695C419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FEB88C-9771-41E0-8EDD-53726A8E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C353735-5CDA-4445-8D57-6D3B5655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9143537-0DEE-4693-9922-73788987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E4577FC-82E2-4C5F-8E48-B9AEE674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2382355-D458-4544-848F-E9FF6FC7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DBAA246-B6BC-4D1B-8C55-40337CBD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65C995B-CA38-46EC-8896-644E4314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7570CA5-D1F2-4FDB-B07F-0EE8BD9D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C499BE04-1DB1-48C9-A425-2B9115F7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629B745-342E-4D44-AB80-26EF7BC1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0DFA2588-A480-4DA4-8780-6EF60E1B9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52D82C-20F0-4AD5-85BE-0619D50A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13B361E-349E-4B5D-A5CC-C0A416532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F08861E-F8AB-44EB-8CB9-71FA2959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048120-F0B3-457B-9262-F608CBEC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26BF9A-A7D0-4674-9A9A-FA42D50C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4C72ABD-66A2-4F3B-9A15-295B2B5F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A016EC4-D8F8-42C9-AC6C-AFC23F83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7E7CA46-761B-4DCD-BF54-64FC0878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4C6D6F6-177A-4182-8D36-078074FE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60F161A-9EC5-4A0E-BA4E-EC074776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D5A2851-2C2C-4F59-BA5F-A2C4F93C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F969578-5C76-4F71-B09C-34974AD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C5C8D05-9569-46B1-9B6F-4E9DCC3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E3316BA-6CDE-4329-BC40-48EF980B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AC141A25-43A1-445D-8501-B51B96DC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D5F9B2E-5D3C-424B-B24B-7D16C118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38125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F8F30A1-3D6A-438F-B458-080380DEE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C0B9DCC-1964-4676-B460-2CFAB75E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91D404C-6EDF-422A-959A-E543EE58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17F226C-D3C7-446B-99B5-554241CF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08EB7B6-583E-4AEC-B6C8-EB639679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39679FD-EFE1-422C-88A8-963108C0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7DE76C4-1074-49BB-B08C-E16FC9DD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4543A1C9-0151-49BC-AF26-B63CF4A5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DC30C77-0908-4288-802B-E933EB24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99D8E9-9C7D-45B3-AD6A-7CD46B9D5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A71EA79-2169-4473-BB53-60B1AA8F6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6218977-6A0E-421E-8A4E-1E2444BA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0C8E334-23E1-4069-A3FB-D3C9A06E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74B0CDB-2D1B-4E8A-A6F6-EA230CD8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4D0A074-03D2-451A-851F-397BEBA7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CB8472F-C7AC-4F37-856E-ED2C8B44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7175665-3488-4CD9-A7AC-23BF0783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AE77C17-FE2B-46B5-AA5C-2DCF689A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9D1F95A4-70E0-4FA4-94B4-3D5B5EA6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64CB96-C0E1-4DF9-922C-373DFCF4A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897B7301-153F-4F59-9DB9-C423DB39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E003417-DB9D-49CE-9135-24B02C70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2D8EFC-93D6-401B-85C0-C9452EF9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D0F4F0D-1FFC-4517-B2DB-E447FCF4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8DE5448F-26BF-41E7-8E73-991601A53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EB26B50D-1304-461B-94B0-057B7B0E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8492BA-7A95-44D9-9C31-CEEE7A34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7693866-797E-45FA-AE7C-EFC465DB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9DBA1D2-E20C-47E1-AAF9-BBAE93BF4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595D0CE8-8226-4B25-B932-FB6F34CA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78636E7F-D821-4065-B8CD-570B6C55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E784A7B0-308E-4874-B8AE-C6CFEF13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5D5AF759-6F49-4522-AE72-995DBCE1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A135C6F-97E1-4F87-9607-582123C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879775D-7E4D-4E79-9414-6E25B3B6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F7A15843-5273-42B0-B4EF-33BB2D70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D2640AFB-B544-46D8-A473-CE77E5E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E5B46087-4880-4AB4-9B71-C1ABBA43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B56244E1-A227-4037-B35A-51CC730FB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F54E8F7-7BE4-4D0C-9E04-BABFF918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C2904F61-03F0-4A1C-8BC0-B3E8979A9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B34CDE0-CB2E-41A4-B6FA-2C531D63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288AED6-B5B0-478B-B1D4-81976F7D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0514FB2E-D18A-4F27-ABA6-7575177A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A594E97-00C5-444B-88E1-C8FAC2C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CAAC463B-3541-4FA4-9501-6F2CFC7D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1DE4622-D5FB-4979-944B-3B857C74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68C25D0-B9B1-4841-9682-27B300B2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B09E2C6-6E9C-4B99-8441-5C59FF2F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85CD164-FA17-46FA-A016-5262AC44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46BA7D8-AA32-486B-9031-61923E83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029891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A3893C8-D7A1-470D-AEC5-009DD3B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7587F1D-9F76-4B58-8A36-41A7B55D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2DDE6A1-12B3-4A88-B3C2-6CE84337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5643655-7473-4121-B1E2-22E76D4E2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80E4A4EA-3125-45EC-AD8B-E16032D6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609B73A-258E-4418-A0CB-65FAA8DB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597BF770-9C44-473B-B81F-B2CCDBD6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48B43F77-C761-486D-9A3A-05DF2525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C75FFFD-CB85-4281-BEF5-7FE07A27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2E24F6E-2C32-403A-B589-B901B5D4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2ABF0A46-07F2-4460-9768-0640A1B3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4A38FEB8-3CB4-4F71-91BC-3AEBA6BB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F8B6E31-CAE2-4956-AF3F-31729C94B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ACBB1CCD-1993-4545-96A0-C5BB1124C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56FFCD74-C7D3-43F7-9DB1-473D4FF6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EDE6F49-6300-4282-9511-E7651CEF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BA352D9A-8D66-4DF9-85AC-AC61A9AD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BCF6590-091B-4589-8D30-0437442D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830F63CA-0007-47DF-BB60-43F8EE76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BD12529-9883-4EAE-8F7E-A916E9E7E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08CC29DC-E8E8-4F83-A12F-530D4656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8E20C1F-FE5F-4E06-89EB-E6EE046C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8F61781F-EC41-46DF-A03F-A9EE1EFC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A6F4E99-7D99-4948-A42A-4EFA09F5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9021CB01-7E6A-4530-8E34-A6E8A8CD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FBA6DB53-ADA5-4C13-886C-F9CD7720F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DEAC9352-8389-474A-A845-68760C48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F86F7585-6C36-4848-B15C-696B4FD3B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CC733D3-9528-4B94-A421-2C74D77D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83317E95-9018-4D4D-AC3A-22EA873C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10C19EF-B962-4BC6-8741-E3E98EEE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88AEF80A-3590-42CB-A930-EB70B7FCF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29EF1C9A-C63B-4B11-A707-1A904B4A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DAA4060-ED61-464D-9CB3-24BB3BF9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F0636E48-A566-40E4-8B21-C7B43810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D35CCB92-C299-4265-9F3A-AB748088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D8833F1-320C-4E4A-BE1F-AFDC9DD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C528EB1-2433-46E4-AEC6-75E54F14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275F1F62-03EF-4AD4-AF75-28469633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CADE6D9-8F99-4C70-BE36-4AE4095B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B230F988-8965-4BF7-959F-1BAFBCF4A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7889DE27-4A5A-4B02-8EA9-1801069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71FFE7DD-227E-4C41-926C-2EF49CA1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3EAE5DCB-20C2-44FC-A329-12F545BA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1821656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C4D6FC56-B951-4EAD-8E63-84B5F9E3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81CC8504-F1A4-4B5E-9737-7750E87E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BCEF8AAF-8E2B-494E-A3EC-A8C338C6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1EE7A45D-63E8-4EEF-903B-74ED61AD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85049D7-7D68-4554-881F-B4315804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377939B0-D7EF-45C6-A5F6-0C65FC1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399B29F7-F889-4F8E-9D91-E52CFC76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E714F904-A0E7-4CC4-942E-F1907A6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53F3C790-6905-4D7C-92C8-F34307889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291966E-2F8E-4406-BAA0-471E772F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882B7FF-3182-42E4-8B7F-403FC5B5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7948D034-E59B-4D3C-81B0-D0A367C1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0E5C3013-6D56-48A2-86CD-B5F689FB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EC495ABF-4E18-4D16-ACF5-B235CB57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C91D397D-C6FB-4439-8220-D0B2399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ACA26F1B-3626-4167-84A4-47978A35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7D3DB1F-4890-4B88-B7C3-F5AF29B1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35FD228E-B0B6-4558-BC22-A5280CC3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C65941B6-C5F0-4DA1-BC62-34092766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C7DA366E-23C6-4B4E-97E9-E1963CCD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D8520DCA-9CBE-49FE-9A1B-362D9B00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44D59482-A3BB-4365-9527-3000F5A16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0849A0D9-A38E-4C66-8FE8-EED2C047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13A304FB-61B5-4108-A45A-CF0E3DB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76FE74E1-7456-4DAA-A677-3B851C67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22FC90F-451C-4658-ADAD-2C35A61D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852C3D7B-3624-43C5-B73C-A3032A7A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FB422024-D8C1-4EA4-A844-34D0AB9A9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FD13DE5E-0247-4E04-A34E-E6E12CAF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89684971-6550-45D2-8432-184650F23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D82D9AAB-513A-4004-9B78-1917B14F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7D126C2E-5F66-4F39-8A3C-1A8C4012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FD0C3EA8-ECCD-4348-B684-F0B5FC8C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11D271C-7697-4AC5-B177-F89AB6F8D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BCBADF54-37D5-4428-9616-44C1CC4B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C5942362-DA9F-409F-8F14-17F9C35B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8FF63EA-2E8E-46B3-819A-91212366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A0F02887-04C2-4BA7-8060-BD07F24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6D5BF62D-0175-4C8C-949A-CAE98BE1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9D7B9B63-15F8-427F-8F76-795804AD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B91D4041-661F-4CCC-BFD5-7F79E504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1FD2B1A6-045E-4E1C-8C20-2200B41F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A3A93D42-5FBA-4302-9633-02FFDD65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FEBB6A4D-0694-432D-8017-74C26A63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E236AA7-1F31-4A29-B703-B4DFD763D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E6A4CA8-42FF-48BC-9606-2202E836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8BFB0AF2-1452-49B1-83AB-9A7EBF2A1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5C021A1-3D5E-4D68-AC56-494A78EE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EB92DE88-C095-4066-853F-E17B980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8710D608-BBD0-4624-90CE-6D944F78A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8E70CEA0-7C21-4751-BFA5-F27689B09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92E96F20-056C-4308-AEB4-B506F7D06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AC5CF68B-926F-40C7-B0CF-833B1AF1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0F7A6943-0D64-4947-B044-06ACAD7C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2E2CC2EA-53F2-4305-B485-2C968373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E85AC225-AEE8-41A9-B255-A01E691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13422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4971284B-EF02-459D-8637-BE7665E3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91676EA6-E4C3-4D4E-87A1-B02F4768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31062B35-50F3-44A6-B043-3A19389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83EC3E8-A432-4002-9342-B6BBBE30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2D82E63D-6951-4D2F-B7E3-3C7F8FFC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56434EA0-68D6-43AF-A5BD-EF57AAB0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31DE06D3-B8C8-4CC7-9DC4-E3621660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B77BE673-BF93-4D76-9255-DC1AE858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FE302EEC-CC08-4017-8B13-81C576732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5E60C7B1-17BC-45E2-9D77-E3671069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DF309B17-981C-499A-8409-CD2DA6C8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7AE2616D-232F-4D58-8250-075C5DE2A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EDA8755-6743-4E6E-AB01-3F01B3FB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DC2DA517-5EBC-44CD-86D8-50089544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FB7C91E4-E98C-4D17-8CB2-90F81B4B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C7648DD7-5ECB-42C0-9789-BC18CD09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BDD91CB6-5A32-4F9B-AC9E-3A4B1B92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D983DA5B-2AE9-421D-9C8B-78C66851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DEBBCE64-2E22-45EC-A57C-6DB9703C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72D656DE-4D12-4F8D-A858-0705EC46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1366AC7-840F-4C7E-91BC-17A105A3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716A2BBC-2053-46C5-B124-07D51934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FB136D0F-388F-4D39-8FEC-E43049A5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610B60BD-9FDB-483B-AE7B-F83E80DC8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E86AC3ED-DAAB-44C0-AF83-E12D57168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59791AA2-4DAA-496D-A42C-D30961C0D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20A024C1-C7A9-4698-A5FD-85F38E62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2CFB596-E1FF-4D59-AA49-EF57E968D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1B807405-2DA9-4A19-8DB2-47683D9F8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6F8ACEA4-BBD1-4AFB-A263-AB0279F8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78998E49-FCB6-4D38-AD56-22AB99CA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F10075C4-7B70-4F97-B486-A0C9A7DB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14FB1A3-4188-4CE2-8D5B-D8D82E53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54CF10E3-DEFB-45B3-BB2D-B5DB21AE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BE97F523-FF6F-4379-8B9E-A62192D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25A48B7-17B8-4B7C-8A94-FAC441C9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6E53A1F-86BA-4E8C-8BC0-C4DE4163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2775F8E-6AB4-4609-A0C0-F49E839E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7AE71E91-1AB9-4ABF-9781-F2A12B6C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0EF72B0D-1EFA-43EE-B7D6-2D3359239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327E54CD-E899-4593-AB70-4C16E0257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69D71A24-C882-4F69-BA8D-23EC4061A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12BC13F0-4AE5-42D9-9285-6A403B97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646FBDD-5CBB-437F-86DE-2F1DA8EC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E726FADF-81D1-4AD0-A13D-73896458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D794A95-28A1-4717-968B-A89873B0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F5441153-2FCE-4312-ACE5-30985846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405188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DBCB7B6-B696-4B52-B0B5-0BE49A57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9DB947C3-37BB-48EA-A468-2E8D891D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520D1132-0508-446E-9A1C-2A88F07E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C85C3878-9758-4AA2-9C29-33C9285E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6FBE5C2F-CC2A-43AC-99CC-905DDCA5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55FC01E1-BA6E-40B2-9227-E445F7E9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191B7C1C-D56C-4B23-8DBE-9EC5E99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A8EDDCBD-F5BC-4D86-AD45-B70BB6B5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B31D079-6A77-42AB-BE86-BAB3B004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685A3BCA-5833-489B-BA1F-958D9B226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E133965B-01D1-4833-AEC0-2E1A898AD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BAB47F50-18DA-4346-B54C-93C54D017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CE62EB69-2E9B-4DC0-B7F8-E2A1EFB67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D5B8C81C-1F80-4CAD-A4EB-7BAB2133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68411500-1132-40E8-A5EA-2934A850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46EB737D-D75C-443A-B33C-DB7F0917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608E6578-6E15-4B18-9661-366377C15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3A75706C-625B-43D0-BECE-269507BF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28A8A38-FAE7-4AE6-A1CB-0C93D34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03BF9D9B-E38D-4E95-9B69-C1FFE75A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90384EE3-EA3C-4921-8585-BE5C9A84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667F2608-8E50-4953-A031-2474E790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8078CB98-BC98-4BF3-AC51-E0B2E9C5F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49AFC023-597A-463F-B090-4E5613B0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DACE0BEC-A19A-40D2-B4C2-DF8EBCC0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8214FBFF-3775-4930-980B-12E57DCE9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3B6CBFCA-9076-4B34-BEBC-CAAB9CC0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587F2DC5-1395-4621-8F54-064010F97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A99D5494-CA7D-4818-8F70-A2DB0BBC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AAC26203-DCE6-44AF-B1AC-A895A5BE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28310B8-C5F8-4562-8228-8CF6EB7C7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E746D44B-EC5C-4714-A33E-E2E4381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F3A13E60-7CFD-479D-924A-FDDC54FA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EA4C23C7-F6FF-40D6-A633-D6ABBBE14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211BE23E-A116-4F95-B8FB-0295C4D2F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68307DF9-0A8E-40DA-A27C-558A174A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C52E17B7-B02B-4E24-B427-ECBFFB93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8E7E4608-9260-4A07-8DD2-41DB803C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7C22CB23-C4CB-48B5-AC28-F7E6EDA5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97626B6-6AF7-4E89-ADE0-949A8FD5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62F2D917-6E3A-4101-8DFA-B6CBF0A4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129FF087-D3C2-49F1-AC24-C4BBC455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66BBB4CD-80F7-452F-AA88-5DE3658D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EFE1CE97-08CA-45DC-83C3-CD4C26F5B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883EB91E-0066-49EF-A0EE-4885278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86A1357-431C-4735-AD30-FF4E3D80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5E37382F-09A3-4C36-A833-9B49DBAA8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973053AD-786B-4534-8BC4-7E04AD0D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DAD5D820-D165-4E38-939E-2AFED0103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4F372469-53B9-419D-B3DB-8E99BB49B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DFD476BD-E4C7-4ABF-AD4D-1748DB9E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1055EAD2-7569-4CA2-8D59-DFF7F516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D8A3CA00-16CA-4807-B615-2E7BF7F6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3E07B300-BE6C-4D70-8AF7-68BD582C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196953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E5C4E421-DD02-4AD4-BED2-68148068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8027AB62-C770-45FA-8489-F3A95199B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F5CEF8A7-87EB-4C1D-AA6D-3377551F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69E72C84-02A2-4FDA-A814-3222AF43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1082B752-6B99-410D-8768-D9B0C56C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F621ED18-3209-477C-8376-31DAF1A1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85DF2AA9-387D-4BCC-A5D1-64CD06BF3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9ED92CE-FAD0-47A3-AEB7-11670D59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52845EE4-4A97-4358-8599-41F46ACD4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46CBF88C-BEB1-45E1-978E-485406A5A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6186E747-CB26-4CBD-9C5D-01DF4513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547A4363-274E-4A3B-8968-E37881CB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640B1D46-DEFC-4930-A1A9-2364C81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42517862-D86F-4188-A1E7-C8390FD2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56D2246C-1403-42A4-A406-4B85F747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3524CDBB-F7C5-4970-83DC-4C79A9C8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2FDE6F51-CFC5-49C2-912C-2CC1CCA7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E73372AE-71E4-43E6-96CF-3C359FDEA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DD661C6-CC7E-4374-959F-AAFB40D5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CE56373F-FEEB-40AB-A80C-0E882F48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83514D2B-12F4-463E-8A91-3C647457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4FE79ADB-28A3-41B1-A881-2E93EDDF0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EF52A211-5DCD-44A4-BFD1-AC135024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E26C9ED1-2705-440E-A8F4-8671017A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A998BD07-17D4-4BB5-81C7-2FBCA314A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0588A391-51DE-41E8-B20E-007875FA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2C6B3508-D317-4BCA-B5C7-AFE48793D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015C3E0A-A865-4B48-92B0-3BF4A3F8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B48FF231-F123-4964-BAAB-2FD910FBD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EBD09FD3-E165-4929-80D0-2B82BE5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BD5F4BDD-8C63-4538-A661-3E7FBDB5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DEF62DCE-01A5-4FCC-B71B-3680E815E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E6EC83F6-BA65-4346-BD29-C4C26616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BBCFC53-70A1-493F-8B1D-50138F4C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D6B5372B-E093-4306-88CB-C877BB29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5E8B30CC-77D7-4232-9C00-E640E5AC4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F8AB2363-E658-4D28-819D-DA6EF56A9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F6E9BB45-0EE0-47EE-8BEF-6B976F83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870D79E7-711B-4451-9291-9B1BBFF8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AA70F128-4145-4AF1-A91A-EBB44FCF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232ECF96-3F93-4316-9841-B8E6EBA7C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88719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E39AED06-0EB1-4C6D-975E-E3959C6C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7886AB65-2698-4E2A-A5EA-10E47AA0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85479765-5DC7-4E61-B4C7-4FD12FFA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712561B-D1D0-4A88-87EE-C48D829A0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DB04818D-80F1-4F72-9B90-4326C2B0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AAB53D1B-C065-4050-975D-35DE751C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422C02D6-386C-4A0A-B752-914A78155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8569D387-A296-4469-8985-C85C9BB7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CA5E5F39-41FD-4552-AA2C-7E5C67FA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1" name="">
            <a:extLst xmlns:a="http://schemas.openxmlformats.org/drawingml/2006/main">
              <a:ext uri="{FF2B5EF4-FFF2-40B4-BE49-F238E27FC236}">
                <a16:creationId xmlns:a16="http://schemas.microsoft.com/office/drawing/2014/main" id="{D16D5C1E-F190-4EC2-B29F-5915E62E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2" name="">
            <a:extLst xmlns:a="http://schemas.openxmlformats.org/drawingml/2006/main">
              <a:ext uri="{FF2B5EF4-FFF2-40B4-BE49-F238E27FC236}">
                <a16:creationId xmlns:a16="http://schemas.microsoft.com/office/drawing/2014/main" id="{8C3C7DB9-DA00-4234-8ECC-18285EC6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3" name="">
            <a:extLst xmlns:a="http://schemas.openxmlformats.org/drawingml/2006/main">
              <a:ext uri="{FF2B5EF4-FFF2-40B4-BE49-F238E27FC236}">
                <a16:creationId xmlns:a16="http://schemas.microsoft.com/office/drawing/2014/main" id="{C1385593-37DB-4AA6-A578-3BAD0274B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4" name="">
            <a:extLst xmlns:a="http://schemas.openxmlformats.org/drawingml/2006/main">
              <a:ext uri="{FF2B5EF4-FFF2-40B4-BE49-F238E27FC236}">
                <a16:creationId xmlns:a16="http://schemas.microsoft.com/office/drawing/2014/main" id="{0C0AF7F7-367D-4792-9035-345D540E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5" name="">
            <a:extLst xmlns:a="http://schemas.openxmlformats.org/drawingml/2006/main">
              <a:ext uri="{FF2B5EF4-FFF2-40B4-BE49-F238E27FC236}">
                <a16:creationId xmlns:a16="http://schemas.microsoft.com/office/drawing/2014/main" id="{27995810-123B-4A5B-8AF0-0CAFCA2DF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6" name="">
            <a:extLst xmlns:a="http://schemas.openxmlformats.org/drawingml/2006/main">
              <a:ext uri="{FF2B5EF4-FFF2-40B4-BE49-F238E27FC236}">
                <a16:creationId xmlns:a16="http://schemas.microsoft.com/office/drawing/2014/main" id="{F37F19CB-52DA-4EF1-8437-2034DF7B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7" name="">
            <a:extLst xmlns:a="http://schemas.openxmlformats.org/drawingml/2006/main">
              <a:ext uri="{FF2B5EF4-FFF2-40B4-BE49-F238E27FC236}">
                <a16:creationId xmlns:a16="http://schemas.microsoft.com/office/drawing/2014/main" id="{000AF26C-AE34-4DAF-AACD-29D98528B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8" name="">
            <a:extLst xmlns:a="http://schemas.openxmlformats.org/drawingml/2006/main">
              <a:ext uri="{FF2B5EF4-FFF2-40B4-BE49-F238E27FC236}">
                <a16:creationId xmlns:a16="http://schemas.microsoft.com/office/drawing/2014/main" id="{29B96EC5-3557-4F74-8D8C-18DBE6DB2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9" name="">
            <a:extLst xmlns:a="http://schemas.openxmlformats.org/drawingml/2006/main">
              <a:ext uri="{FF2B5EF4-FFF2-40B4-BE49-F238E27FC236}">
                <a16:creationId xmlns:a16="http://schemas.microsoft.com/office/drawing/2014/main" id="{11316C3C-E44C-487D-BB23-2CA18251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0" name="">
            <a:extLst xmlns:a="http://schemas.openxmlformats.org/drawingml/2006/main">
              <a:ext uri="{FF2B5EF4-FFF2-40B4-BE49-F238E27FC236}">
                <a16:creationId xmlns:a16="http://schemas.microsoft.com/office/drawing/2014/main" id="{EAC3366A-E2FF-4A0E-B72C-8F8D908D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1" name="">
            <a:extLst xmlns:a="http://schemas.openxmlformats.org/drawingml/2006/main">
              <a:ext uri="{FF2B5EF4-FFF2-40B4-BE49-F238E27FC236}">
                <a16:creationId xmlns:a16="http://schemas.microsoft.com/office/drawing/2014/main" id="{3BF99169-7669-4546-8320-7BE6D9A0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2" name="">
            <a:extLst xmlns:a="http://schemas.openxmlformats.org/drawingml/2006/main">
              <a:ext uri="{FF2B5EF4-FFF2-40B4-BE49-F238E27FC236}">
                <a16:creationId xmlns:a16="http://schemas.microsoft.com/office/drawing/2014/main" id="{E072C94A-885F-4D6E-AA29-C63468BD6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3" name="">
            <a:extLst xmlns:a="http://schemas.openxmlformats.org/drawingml/2006/main">
              <a:ext uri="{FF2B5EF4-FFF2-40B4-BE49-F238E27FC236}">
                <a16:creationId xmlns:a16="http://schemas.microsoft.com/office/drawing/2014/main" id="{18222CE9-1B99-466D-BCE8-32819810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4" name="">
            <a:extLst xmlns:a="http://schemas.openxmlformats.org/drawingml/2006/main">
              <a:ext uri="{FF2B5EF4-FFF2-40B4-BE49-F238E27FC236}">
                <a16:creationId xmlns:a16="http://schemas.microsoft.com/office/drawing/2014/main" id="{8F3CB372-471A-4B7D-9E76-965367A1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5" name="">
            <a:extLst xmlns:a="http://schemas.openxmlformats.org/drawingml/2006/main">
              <a:ext uri="{FF2B5EF4-FFF2-40B4-BE49-F238E27FC236}">
                <a16:creationId xmlns:a16="http://schemas.microsoft.com/office/drawing/2014/main" id="{0C14C05C-65FE-491B-BA86-6A017C2A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6" name="">
            <a:extLst xmlns:a="http://schemas.openxmlformats.org/drawingml/2006/main">
              <a:ext uri="{FF2B5EF4-FFF2-40B4-BE49-F238E27FC236}">
                <a16:creationId xmlns:a16="http://schemas.microsoft.com/office/drawing/2014/main" id="{D3680BF2-24C4-4410-AC2C-D5436C38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7" name="">
            <a:extLst xmlns:a="http://schemas.openxmlformats.org/drawingml/2006/main">
              <a:ext uri="{FF2B5EF4-FFF2-40B4-BE49-F238E27FC236}">
                <a16:creationId xmlns:a16="http://schemas.microsoft.com/office/drawing/2014/main" id="{C858F14B-096D-4303-BBDF-4F566A85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8" name="">
            <a:extLst xmlns:a="http://schemas.openxmlformats.org/drawingml/2006/main">
              <a:ext uri="{FF2B5EF4-FFF2-40B4-BE49-F238E27FC236}">
                <a16:creationId xmlns:a16="http://schemas.microsoft.com/office/drawing/2014/main" id="{17916CBE-C1BC-4182-9734-5728857F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9" name="">
            <a:extLst xmlns:a="http://schemas.openxmlformats.org/drawingml/2006/main">
              <a:ext uri="{FF2B5EF4-FFF2-40B4-BE49-F238E27FC236}">
                <a16:creationId xmlns:a16="http://schemas.microsoft.com/office/drawing/2014/main" id="{52074171-C940-4AFB-BE40-1992C6EF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0" name="">
            <a:extLst xmlns:a="http://schemas.openxmlformats.org/drawingml/2006/main">
              <a:ext uri="{FF2B5EF4-FFF2-40B4-BE49-F238E27FC236}">
                <a16:creationId xmlns:a16="http://schemas.microsoft.com/office/drawing/2014/main" id="{140C8B5A-7102-49AA-B50D-E96BFD52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1" name="">
            <a:extLst xmlns:a="http://schemas.openxmlformats.org/drawingml/2006/main">
              <a:ext uri="{FF2B5EF4-FFF2-40B4-BE49-F238E27FC236}">
                <a16:creationId xmlns:a16="http://schemas.microsoft.com/office/drawing/2014/main" id="{F41BCA6C-98A4-4200-9F87-9C5D8645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2" name="">
            <a:extLst xmlns:a="http://schemas.openxmlformats.org/drawingml/2006/main">
              <a:ext uri="{FF2B5EF4-FFF2-40B4-BE49-F238E27FC236}">
                <a16:creationId xmlns:a16="http://schemas.microsoft.com/office/drawing/2014/main" id="{F6BE7AE7-5CAC-4E32-A6D7-5F1C011B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3" name="">
            <a:extLst xmlns:a="http://schemas.openxmlformats.org/drawingml/2006/main">
              <a:ext uri="{FF2B5EF4-FFF2-40B4-BE49-F238E27FC236}">
                <a16:creationId xmlns:a16="http://schemas.microsoft.com/office/drawing/2014/main" id="{40DF2C1E-9C94-47E5-A853-4F9F4BC50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4" name="">
            <a:extLst xmlns:a="http://schemas.openxmlformats.org/drawingml/2006/main">
              <a:ext uri="{FF2B5EF4-FFF2-40B4-BE49-F238E27FC236}">
                <a16:creationId xmlns:a16="http://schemas.microsoft.com/office/drawing/2014/main" id="{C9015EB0-E646-4C56-8FCA-CD49396E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5" name="">
            <a:extLst xmlns:a="http://schemas.openxmlformats.org/drawingml/2006/main">
              <a:ext uri="{FF2B5EF4-FFF2-40B4-BE49-F238E27FC236}">
                <a16:creationId xmlns:a16="http://schemas.microsoft.com/office/drawing/2014/main" id="{0EE5D7C9-D1AB-4B50-8EE2-B6DE2257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6" name="">
            <a:extLst xmlns:a="http://schemas.openxmlformats.org/drawingml/2006/main">
              <a:ext uri="{FF2B5EF4-FFF2-40B4-BE49-F238E27FC236}">
                <a16:creationId xmlns:a16="http://schemas.microsoft.com/office/drawing/2014/main" id="{2886BBD0-D6D1-4B5C-AECB-22392C72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7" name="">
            <a:extLst xmlns:a="http://schemas.openxmlformats.org/drawingml/2006/main">
              <a:ext uri="{FF2B5EF4-FFF2-40B4-BE49-F238E27FC236}">
                <a16:creationId xmlns:a16="http://schemas.microsoft.com/office/drawing/2014/main" id="{1E851A48-D382-475A-B952-82A5D4D8C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8" name="">
            <a:extLst xmlns:a="http://schemas.openxmlformats.org/drawingml/2006/main">
              <a:ext uri="{FF2B5EF4-FFF2-40B4-BE49-F238E27FC236}">
                <a16:creationId xmlns:a16="http://schemas.microsoft.com/office/drawing/2014/main" id="{163FF2FF-C8B9-41D2-A785-82DB4A5E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9" name="">
            <a:extLst xmlns:a="http://schemas.openxmlformats.org/drawingml/2006/main">
              <a:ext uri="{FF2B5EF4-FFF2-40B4-BE49-F238E27FC236}">
                <a16:creationId xmlns:a16="http://schemas.microsoft.com/office/drawing/2014/main" id="{FB675040-BC7C-462A-ACDB-8388F737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0" name="">
            <a:extLst xmlns:a="http://schemas.openxmlformats.org/drawingml/2006/main">
              <a:ext uri="{FF2B5EF4-FFF2-40B4-BE49-F238E27FC236}">
                <a16:creationId xmlns:a16="http://schemas.microsoft.com/office/drawing/2014/main" id="{414173FC-8ACF-48DB-B54F-2B2B1708F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1" name="">
            <a:extLst xmlns:a="http://schemas.openxmlformats.org/drawingml/2006/main">
              <a:ext uri="{FF2B5EF4-FFF2-40B4-BE49-F238E27FC236}">
                <a16:creationId xmlns:a16="http://schemas.microsoft.com/office/drawing/2014/main" id="{A173C0AD-82AB-468F-850A-43857014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2" name="">
            <a:extLst xmlns:a="http://schemas.openxmlformats.org/drawingml/2006/main">
              <a:ext uri="{FF2B5EF4-FFF2-40B4-BE49-F238E27FC236}">
                <a16:creationId xmlns:a16="http://schemas.microsoft.com/office/drawing/2014/main" id="{0B4DC35E-456C-4464-88AF-3C71CD68F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3" name="">
            <a:extLst xmlns:a="http://schemas.openxmlformats.org/drawingml/2006/main">
              <a:ext uri="{FF2B5EF4-FFF2-40B4-BE49-F238E27FC236}">
                <a16:creationId xmlns:a16="http://schemas.microsoft.com/office/drawing/2014/main" id="{090A0E62-3497-4720-8EC0-7C7DABF09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4" name="">
            <a:extLst xmlns:a="http://schemas.openxmlformats.org/drawingml/2006/main">
              <a:ext uri="{FF2B5EF4-FFF2-40B4-BE49-F238E27FC236}">
                <a16:creationId xmlns:a16="http://schemas.microsoft.com/office/drawing/2014/main" id="{020660D2-3665-45AF-815D-DFA80A3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5" name="">
            <a:extLst xmlns:a="http://schemas.openxmlformats.org/drawingml/2006/main">
              <a:ext uri="{FF2B5EF4-FFF2-40B4-BE49-F238E27FC236}">
                <a16:creationId xmlns:a16="http://schemas.microsoft.com/office/drawing/2014/main" id="{C1D8B03B-FA77-4774-B6BC-CBD6BB6C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6" name="">
            <a:extLst xmlns:a="http://schemas.openxmlformats.org/drawingml/2006/main">
              <a:ext uri="{FF2B5EF4-FFF2-40B4-BE49-F238E27FC236}">
                <a16:creationId xmlns:a16="http://schemas.microsoft.com/office/drawing/2014/main" id="{C16810B7-4DF0-4D97-85A8-EDE8FE35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7" name="">
            <a:extLst xmlns:a="http://schemas.openxmlformats.org/drawingml/2006/main">
              <a:ext uri="{FF2B5EF4-FFF2-40B4-BE49-F238E27FC236}">
                <a16:creationId xmlns:a16="http://schemas.microsoft.com/office/drawing/2014/main" id="{BE6EF4F4-5479-4EAD-AE12-1DF7B936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8" name="">
            <a:extLst xmlns:a="http://schemas.openxmlformats.org/drawingml/2006/main">
              <a:ext uri="{FF2B5EF4-FFF2-40B4-BE49-F238E27FC236}">
                <a16:creationId xmlns:a16="http://schemas.microsoft.com/office/drawing/2014/main" id="{708FFEC4-E086-4D86-90DD-4FF1783D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9" name="">
            <a:extLst xmlns:a="http://schemas.openxmlformats.org/drawingml/2006/main">
              <a:ext uri="{FF2B5EF4-FFF2-40B4-BE49-F238E27FC236}">
                <a16:creationId xmlns:a16="http://schemas.microsoft.com/office/drawing/2014/main" id="{52BA6059-55F6-4CEF-832D-BC4B6F310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5780484"/>
            <a:ext cx="13335" cy="7727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0" name="">
            <a:extLst xmlns:a="http://schemas.openxmlformats.org/drawingml/2006/main">
              <a:ext uri="{FF2B5EF4-FFF2-40B4-BE49-F238E27FC236}">
                <a16:creationId xmlns:a16="http://schemas.microsoft.com/office/drawing/2014/main" id="{E32FBE1A-61B5-4A0D-95F7-966F4603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838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LAUNCH.01</a:t>
            </a:r>
          </a:p>
        </p:txBody>
      </p:sp>
      <p:sp>
        <p:nvSpPr>
          <p:cNvPr id="451" name="">
            <a:extLst xmlns:a="http://schemas.openxmlformats.org/drawingml/2006/main">
              <a:ext uri="{FF2B5EF4-FFF2-40B4-BE49-F238E27FC236}">
                <a16:creationId xmlns:a16="http://schemas.microsoft.com/office/drawing/2014/main" id="{A9B5A617-33C8-4416-B112-35C33D28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2001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OPEN SOURCE</a:t>
            </a:r>
          </a:p>
        </p:txBody>
      </p:sp>
      <p:sp>
        <p:nvSpPr>
          <p:cNvPr id="452" name="">
            <a:extLst xmlns:a="http://schemas.openxmlformats.org/drawingml/2006/main">
              <a:ext uri="{FF2B5EF4-FFF2-40B4-BE49-F238E27FC236}">
                <a16:creationId xmlns:a16="http://schemas.microsoft.com/office/drawing/2014/main" id="{F31FE3EF-2E78-445E-A643-B316E627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15621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DICEUI.COM</a:t>
            </a:r>
          </a:p>
        </p:txBody>
      </p:sp>
      <p:sp>
        <p:nvSpPr>
          <p:cNvPr id="453" name="">
            <a:extLst xmlns:a="http://schemas.openxmlformats.org/drawingml/2006/main">
              <a:ext uri="{FF2B5EF4-FFF2-40B4-BE49-F238E27FC236}">
                <a16:creationId xmlns:a16="http://schemas.microsoft.com/office/drawing/2014/main" id="{2C8A37F1-D3F0-440E-9D3A-3B924539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91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BUILT FOR</a:t>
            </a:r>
          </a:p>
        </p:txBody>
      </p:sp>
      <p:sp>
        <p:nvSpPr>
          <p:cNvPr id="454" name="">
            <a:extLst xmlns:a="http://schemas.openxmlformats.org/drawingml/2006/main">
              <a:ext uri="{FF2B5EF4-FFF2-40B4-BE49-F238E27FC236}">
                <a16:creationId xmlns:a16="http://schemas.microsoft.com/office/drawing/2014/main" id="{E928EAEE-76EF-4E2D-968C-5F763918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4619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BE0"/>
                </a:solidFill>
              </a:defRPr>
            </a:pPr>
            <a:r>
              <a:rPr sz="1200" b="0" i="0">
                <a:solidFill>
                  <a:srgbClr val="1F2BE0"/>
                </a:solidFill>
              </a:rPr>
              <a:t>Custom viewers · editors · presentation workflows</a:t>
            </a:r>
          </a:p>
        </p:txBody>
      </p:sp>
      <p:sp>
        <p:nvSpPr>
          <p:cNvPr id="455" name="">
            <a:extLst xmlns:a="http://schemas.openxmlformats.org/drawingml/2006/main">
              <a:ext uri="{FF2B5EF4-FFF2-40B4-BE49-F238E27FC236}">
                <a16:creationId xmlns:a16="http://schemas.microsoft.com/office/drawing/2014/main" id="{302AA78E-89E1-4374-9874-8CCF64A6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91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DESIGNED AS</a:t>
            </a:r>
          </a:p>
        </p:txBody>
      </p:sp>
      <p:sp>
        <p:nvSpPr>
          <p:cNvPr id="456" name="">
            <a:extLst xmlns:a="http://schemas.openxmlformats.org/drawingml/2006/main">
              <a:ext uri="{FF2B5EF4-FFF2-40B4-BE49-F238E27FC236}">
                <a16:creationId xmlns:a16="http://schemas.microsoft.com/office/drawing/2014/main" id="{E7C47D9C-491C-4C53-B52A-ECEE041B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38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BE0"/>
                </a:solidFill>
              </a:defRPr>
            </a:pPr>
            <a:r>
              <a:rPr sz="1200" b="0" i="0">
                <a:solidFill>
                  <a:srgbClr val="1F2BE0"/>
                </a:solidFill>
              </a:rPr>
              <a:t>Composable · accessible · entirely yours</a:t>
            </a:r>
          </a:p>
        </p:txBody>
      </p:sp>
    </p:spTree>
    <p:extLst>
      <p:ext uri="{BB962C8B-B14F-4D97-AF65-F5344CB8AC3E}">
        <p14:creationId xmlns:p14="http://schemas.microsoft.com/office/powerpoint/2010/main" val="746701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EB78D2-E9CF-4F79-8514-11C921C4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117766-A163-4AD5-A97E-80B2FDB5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473AA3-A138-4A86-B0B3-BC53C13A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D5A00-012E-4DF8-AF70-3E2A28F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E0E6C-9B22-4CEE-B6C1-788656B58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FD5985-D0C4-4995-B375-375AF640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02DB5-25DF-4058-8718-F2C0C2F1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A3806-64D4-4993-942D-8CCB80ABF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BD665-B179-45AF-962A-64D67D41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5ED9DC-4389-4029-A352-9A653F19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B7E67D-4315-4E95-A4A8-0568E9B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9B3C70-C61A-4F6B-80B3-4A25CFC5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80B0D-BB26-4A57-A269-546EBE35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719834-3673-4C81-9A49-6B407C2D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32D87F-198A-48E2-89EA-F5AA0639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74A15-5A76-440D-8F6B-3B257880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980332-C118-4941-99CC-0A5AF7B9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8AD3FA-65F8-4961-B7E2-D6AFACBC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E675A6-B28A-4225-86CF-C46C687A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FB9A0-A955-4D0A-BEE9-A29B09D1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4BEBE-3268-4F14-ABFA-55A2D891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12CB9-2E5B-47E8-BE24-E05296A6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C06582-DBD0-40C7-BD52-AE3E6F53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128A9-ACC1-401F-9ADA-93773368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6577F-54C1-468F-A6F5-3B776C2F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807E58-4DD6-4A18-93E4-C90E43A5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3377F8-2FB2-4344-B394-C6522368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59E57F-4AE1-480B-BA60-F088F65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6FCDAA9-FC15-483D-B1F4-E578A09C1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47CC23-D4D9-4F16-8CA3-D02CA159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441AB-7A10-4BFA-A9D5-027A746E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2C793FF-4950-4F05-A3A0-85F94E00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D34599-C875-45DB-B66F-AA3982B3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DE52B3-1D0B-4B52-BDD6-31205573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651F926-60D9-4D84-8A11-FC064A9A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BF55BA-3F84-4339-8761-4004E332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905248-A5C3-4D92-894A-3701D477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F5E862-E2FE-4E9F-A470-48C48E5E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FF2C2-F8AD-4676-BDEB-743187EB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4DD8BF-38B2-4E4A-933F-9F035506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460969-36A3-4BAA-9396-2A4879E82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1BBD178-CEFB-4900-AD6D-FDD9E281F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933A0C-DA89-409F-8786-BE7515F22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51F263-83FB-42FA-8EEE-55C11AD51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F60CC6-5693-4988-81C8-A1EBB2B2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13010E-58FE-4D36-A3F2-4A7B7EE97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18F28E-2C87-433B-B76A-F7BC1739B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06D58DB-D078-41BE-BA58-9A76D395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A98185-314E-4E86-BCFE-6DBE4B99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4537E07-93B5-4AD8-AA75-F7AECF056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8A61690-7EEE-418D-A244-AEF0E64AC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37F806-0313-4E00-BF7D-D47A4837F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F802A7-FE7C-4DBC-B301-3D023070E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C5B74C-1A51-47CE-A225-25784DDB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CDD9AD2-16B6-40AB-A369-3E672929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9F76D5-8910-4589-B5F6-2C004DEA3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65E12B-B419-4B6D-9422-5D66A48B5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D0D8B1D-C389-4459-A9B3-9F407451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038031-93FC-45FF-8747-F6C941D47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1ECA8C-63A6-43AA-B844-B96EDDCF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4978D7-2F6C-4125-A949-B263DB1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19E3DA-9513-416F-A231-EA3067A4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0559882-D418-41DF-B2E4-F5D93557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05DAA0-8B21-49DE-AE2B-2284C7622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A6A624-D556-4ED7-9E4D-E3BC8F59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AA85B6-6A73-4B2A-ADD6-56916873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65CA53-BE50-49D7-92FB-292F9EC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02 / 08</a:t>
            </a:r>
          </a:p>
        </p:txBody>
      </p:sp>
      <p:sp>
        <p:nvSpPr>
          <p:cNvPr id="68" name="manifesto">
            <a:extLst xmlns:a="http://schemas.openxmlformats.org/drawingml/2006/main">
              <a:ext uri="{FF2B5EF4-FFF2-40B4-BE49-F238E27FC236}">
                <a16:creationId xmlns:a16="http://schemas.microsoft.com/office/drawing/2014/main" id="{34FB09E5-43E8-4D65-9D56-A2F12BE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2500"/>
            <a:ext cx="100012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0" i="0">
                <a:solidFill>
                  <a:srgbClr val="1F2BE0"/>
                </a:solidFill>
              </a:defRPr>
            </a:pPr>
            <a:r>
              <a:rPr sz="4650" b="0" i="0">
                <a:solidFill>
                  <a:srgbClr val="1F2BE0"/>
                </a:solidFill>
              </a:rPr>
              <a:t>A presentation viewer should feel like your product — not someone else’s embedded toolbar.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E54118-755B-4753-8048-463FBC26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86350"/>
            <a:ext cx="10553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20FA370-831B-41C2-A0FD-CDA7EB39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THE PREMISE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0A47D9D-CFE7-4BDA-B716-DECFCFD44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1495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COMPOSABLE PRESENTATION PRIMITIVES</a:t>
            </a:r>
          </a:p>
        </p:txBody>
      </p:sp>
    </p:spTree>
    <p:extLst>
      <p:ext uri="{BB962C8B-B14F-4D97-AF65-F5344CB8AC3E}">
        <p14:creationId xmlns:p14="http://schemas.microsoft.com/office/powerpoint/2010/main" val="1142931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EBC510-B729-4C27-B37D-BCDEC5BC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91A3C6-7C33-43A9-9ABC-EA638DD4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28B627-1F04-455D-8ADB-6C1DDC66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B15F2-AFB7-45DD-BA61-E14FB0FF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F3E119-B160-48A3-9D61-92681416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821E32-7C0F-4AC7-AE91-7FFADF9C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0A911-19DA-4EC3-A033-BEE59BFA4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D21EE-5243-4775-89E3-AB174E68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D6F0B2-6A7E-42F3-AC98-B6938E50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5B8C67-9330-47B9-8DBA-C77EAB1A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11BBC-5183-48E6-AD45-F59DA056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570E4-9F3E-45C8-A491-7DBF57F0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615070-56B2-4EBA-A8C8-3AC4A73C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74B5B2-F49F-47E8-AEBB-1616A751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05A8B-EEB0-4162-9E75-A41E899B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9198EC-E7BE-48DE-8C37-6ADDD826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28A3FA-DEE5-441C-908C-1F206A12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C9A58-CD62-4D8F-B7AC-D5EBB3C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BFC2D6-32C6-4CB6-AD0A-D576A4FB3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DDAE2C-42FA-4BDE-85AF-9B60DC4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46225C-13A9-4B06-8C33-3B3B802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398D4-6E98-4D7B-A98B-667C8E31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138493-EC69-4E37-8123-D53D604B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DA828F-717F-4932-A446-85597B94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F3E692-6302-4238-9FE7-0D9CECD0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0C4F16-8157-40DB-94F8-B3DA668B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547596-857D-4708-B8CD-55F5813E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3BDAF0-F9E1-46EB-BB2C-388E74CBE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00A260-915E-47C9-9E30-0988A107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C6146-2ADF-4D15-AFC9-F56E7DA2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AB126-D4F8-491E-8757-6EA6D02B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C4B192-3AA8-4D44-9EF2-F7A643A8C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223090E-CFF9-4327-8158-A08E7DB24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BC75D9-5C5C-4C57-B5B1-88F5F448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ECBFAB-1632-482D-AD45-2FE93B04D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D5AFBB2-82A3-432B-B9D8-4427647E3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2F0991-FD5E-4DDD-BE79-01F2EC25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9C33D7-E1CF-458F-BDA3-9743B144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4B00C9-A708-47D3-9836-DB0F3447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A91EEE-DB4D-404A-8BAF-123938DE6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1C6C38-D6A7-4F6C-879E-D8E7300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6896FF2-717D-483A-AAC8-BD9050361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622EBE9-84FE-48EA-9CFC-C99A9F7C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CDB590-BD08-4099-A3E4-D5D3E5E4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E023C0-B4BA-4A8B-AE35-76B80DAA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18BAB37-CC78-441F-901B-E479C4433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8B0D57-F988-411E-89CA-4D822E4E8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5D4A7C-C8B1-4183-A61B-EC57A049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9E6307-4786-4BF9-88E1-3BA281A6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BCA193-8FC6-42BF-B3E7-898DC8CD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75A07E-0E05-4B87-8EA6-F75C889F8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FE841EE-DEF7-493A-88BA-60335EF8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EE0229A-E753-4EEB-8CD5-5518575E6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86C64B-6825-4B71-BFCC-765E859F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0DB2E9B-3CF3-4060-9282-EF6F9519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E102FF5-97E7-4D35-AD53-3111C0B6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80AAFD-6684-48B1-8C10-9D8D05F13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03596F-200F-429B-B828-EEBD8906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D5DFC9-2413-4DED-8E64-95FFCC0A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C0968F3-36C7-4961-9F81-4B6786C3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C15D134-5241-47E7-BA40-DC05C70F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5D3FA68-0107-458B-9C5D-FB0A4B00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393A585-C755-4A01-94C7-33F54B250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FBD0FCA-AF66-48DE-8600-C67DE9E7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DBF376C-508A-47EA-B2B9-CF0901ADF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418E335-FF79-4E94-919E-CA090E49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B4D848D-63C1-432F-AA58-3F00F916F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03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D558939-9ED5-4D98-BE87-7CDAF307F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F2BE0"/>
                </a:solidFill>
              </a:defRPr>
            </a:pPr>
            <a:r>
              <a:rPr sz="3000" b="0" i="0">
                <a:solidFill>
                  <a:srgbClr val="1F2BE0"/>
                </a:solidFill>
              </a:rPr>
              <a:t>The browser stack, in six primitives.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F08F404-1BB2-4C8F-8269-52C99F0C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4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LAUNCH BUILD · SELECTED CAPABILITIES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B2B2119-6484-48BD-9DBA-3992AA015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F61956E-D623-4A86-B4F6-108728949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01.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0F7F162-BF80-4468-9BE8-DB2C3D1F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Rendering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91E6969-4E1F-47E1-B976-E017AE40D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906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Shapes, images, charts, tables, gradients, shadows, and embedded fonts.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3B5886-3AAD-4FE2-8C61-162E8483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3AEFDC-738A-443F-AF13-4DF8A03E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02.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D59F85-0BA4-4A61-86A8-CBCFFC0B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336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Editing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C6F5CAC-E64C-4895-8154-6BD9B184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1717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Move, resize, multi-select, marquee, and edit text directly on the slide.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CD4B754-7C45-499A-AB94-BB39A17B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03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57E3C94-087F-4590-82DA-AAB1ADFA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03.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E5FC6C0-5BE9-483D-A100-7B5FA05A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146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Thumbnails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32B0EED-1703-4568-95E7-8E28A0C8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527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Virtualized navigation with lazy rendering and one shared render queue.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156AD82-DB0C-4E7F-B4AC-48C2CBD2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814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B779315-A0B9-49C5-A155-6E0DE8A8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481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04.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6EEB099-710A-4B67-B7D2-F59EE38C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957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Zoom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CCC5532-CDF1-42C3-883B-74F6030BA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7338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Fit slides to the viewport, then re-fit cleanly as the container changes.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68A8ECA-C23F-442C-9A0C-41453F81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913EB93-AF3D-4522-A342-A0DDFF1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05.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0B26D5-F8D2-4556-B7E0-451FE399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Shortcuts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F1C8C59-D8C9-4CC7-BF04-0FA43CB2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148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Undo, redo, nudge, delete, escape, and select-all with familiar behavior.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C95519B-BCD0-4A13-98CB-427DA47D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3D21F43-0D2F-4A8F-8490-D4984DFC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06.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96D3A7B-A9C9-4C1C-8CAB-B2888CBF1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578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1F2BE0"/>
                </a:solidFill>
              </a:defRPr>
            </a:pPr>
            <a:r>
              <a:rPr sz="2100" b="0" i="0">
                <a:solidFill>
                  <a:srgbClr val="1F2BE0"/>
                </a:solidFill>
              </a:rPr>
              <a:t>Lossless save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333403C-8838-4AE9-A24F-623567D9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9590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Keep untouched package parts byte-for-byte; serialize only what changed.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4DA24AF-B707-4F63-BCF6-A95A93C76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245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477614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83192E-8683-41FC-AF48-9CD5DBA8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294196-B6C4-4DD6-A662-D5343E7B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FA74F-544A-4A74-8493-3C6958AC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0F670C-22BB-4694-8EE8-2E85C2FA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41761-1181-4278-99AD-174FD9C0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E3CFA4-CAB3-4C31-B119-3DE72D44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45059-AC70-442D-A257-80FD52D13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76FAF-9F98-4A61-A6A2-B1D3C33D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2B98F-981B-4773-824F-BDA0C51A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69FC8-AACA-4C6D-A876-DECCF1C0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3791E3-244C-41B1-96C1-30EAA1AC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1B1D6F-C4B5-4114-91C8-24BE1828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7A8F2-77A2-4A7B-805A-B820EF3C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8FAD1-A635-4D35-86E2-FE232E3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AE9E5-EED8-4DD7-8683-40509EAF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B2F075-5A99-46CE-973E-3FB42A41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04A4D-B6C6-4A5F-B450-8C1801CF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E7846-9781-45A3-9012-E0F67F40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B14128-EACC-4382-8C92-1CFB3EA5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B48581-2653-486B-9937-ED47B1EC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DEFADE-77AF-4C77-9C5C-9E997089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1A8BDC-FABC-4C2C-A0C0-E2CD879A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3C76B2-EE7E-4298-AAFC-9379DDF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6F8798-71E0-4F84-A52C-D3F0BFF8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928EE0-5672-4C70-976A-762DFBE7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104EB-0B57-4820-8AC6-66FE81E1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F69810-BC19-47AD-843D-7EE21F29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CA1461-B9BE-4FE4-B5B6-7DC7B0DBC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1B1605-C0D3-46FE-AC60-EACE1CEE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B08DFE-AEEC-4DE3-B73D-C4DA660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34F30C-FF0A-4CEC-AE6F-C69390803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506CD65-E438-4661-80ED-467CCD7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7D68B7-F5B7-40D6-B98D-5C388CAE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EDC664-F2E9-46BD-9E34-1E196A7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6B3D99-470B-4D26-A76C-A72F4466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C5FAD0-298F-433E-A620-C60E5558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CA71FA-9D03-44E3-AEEC-6DAF0C12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83F360-561D-4BA9-AE30-A99C1060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04313C-BD47-406D-A6C9-7245EECF7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625879-FF19-4A3E-ACE8-C7FBA53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B9BB08-7BF5-4EAD-881B-91585558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8C7DEA-06AE-4B6C-AA70-B134373A6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F03C1A-1A79-4624-8C41-5D58D8F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F4992AF-B8AB-4D58-881D-7E654A565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EF9E47A-9258-4816-ABBE-4244B437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600BD12-3053-49DC-A5F1-E6355969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BBB01D7-C211-4AFB-A6C1-6E14755F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855880-CF0F-4133-95E1-61695941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5703706-937A-4ABB-8996-705F914B8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69A8FCD-8E9E-4D9F-9664-987FC2C9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800161D-0978-4784-803B-F7F46A15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A17C1C-454C-474C-A913-8F6FF89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C1C176B-9EE1-48BF-9654-98703006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182E7A-E473-4CB3-9643-5C9BDBBC4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45EE5F-E6B7-47EC-8E52-D054DF089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FE5B2BC-C840-4773-ADEF-6282F6CA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45336D6-209A-4346-890D-4752B56E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2F5368-1CC5-4A8D-8D6A-4DFA3E0C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C4800C-1DEC-4376-BA3B-EC8F9E71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BCA74BA-E832-44FA-8E55-A8105DB2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A31DDAC-34DD-40E5-BD8E-3C1662B4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789107-D807-4F0F-B38A-747A3133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E72ED0-C83A-4ABE-8ADF-ED959752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944662-3CE8-4A5A-B386-42632298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611BA6-1BC4-4204-BAAF-389191C3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4E5F6CA-F0B2-4DC1-8069-E66180E1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C8709E-838C-4964-86BC-B10A5C29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04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D56F5E2-991B-4489-B78F-DC6E565E5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45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C8ED63-CFA8-4C98-B44D-9876B967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21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58BBB1F-2DD1-4E9D-894B-17B5C2EB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98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A03097C-C4B1-4DAA-BF15-F3060A8E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74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8DCC4E0-6552-4F5C-9117-3E350B38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50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6AF177-749C-419F-B9B2-361A53D0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1E3A147-5BFD-46B7-A27F-28500044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3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7CB993-A4BA-4A6A-80F6-415F9119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79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AC43A4-7696-42BA-BA7A-EB375B3F3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353B90C-B6A1-4182-9799-F6ED72D2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31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76FA0C4-CA9A-4C2F-81E6-434873AD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08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6474871-FC90-42A9-ADBC-76700119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84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FE060D5-9614-4ABD-9DEF-C064D384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60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148DFAD-1D0E-4E64-8B21-EDD7F3EF1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6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F1BB35-C3BE-4678-852D-28011FDF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13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A2FE718-662B-46B5-8EA9-C1F7FC11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89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74F1ED1-6AD0-4017-929D-ABEDC8E8D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65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EFCF712-359A-4720-873D-108440D0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41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DF42E4-CADD-4912-A210-1D812064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18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4AECD23-6DD5-4923-AAF3-AD75030A9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94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3AB53D1-3B03-4327-A126-350EFFC20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70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44C04A7-4438-4830-8E47-BE5978E8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6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6736C8E-2774-4DBF-AF31-98F65D59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23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737100E-1483-4C3A-AF75-01230128C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99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4FD7CD3-DF46-421A-A3F8-2842702C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75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F34FA22-00B9-4324-B164-4F3680A4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518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91CB537-C707-4258-BB37-7A1B38CD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281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D383B02-200D-48B3-AB63-3589B166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043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D0DF32F-2A53-4407-BFA7-EA379E6F6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806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11BA2E1-11DB-447F-A553-35E3D085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A0F4CD3-95BE-452E-AA23-E661236E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3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BC57265-B156-4F20-AC93-F83A5A05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49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301A40C-0713-4E8E-A019-7A9234A6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26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72A4F00-A219-4FDA-A318-99D0EA7CF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2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5AA3577-06F3-4D53-A939-FF837654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8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52B4FFA-761A-4D0E-AD2C-EA7C3CD8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0A806E-AFA8-4AE1-8551-687E521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1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322642B-0707-4896-AD9C-EFF3B326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7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41F9452-FA17-4888-A5BE-E6C772C2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83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4AA2605-2CFD-4A67-843D-8A2D68F1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9480907-0F17-4A08-9417-137345306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36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F829E75-767C-40DE-8C85-851FB200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12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A548F11-B62F-40CB-B04A-07C67B5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88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27C313E-8754-4A37-BE8B-FCD625A6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4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DC57795-D877-4CC1-BE3E-9F6B7907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41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7C9F741-D822-40C2-BBCD-1C139CEBF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17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82092F7-0634-4177-9964-9CECBF40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93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107A5D0-EDE7-4085-9951-D8DB979D6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69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4D93F35-05BC-4B5C-94C6-4DEC6034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6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1F98518-4DE8-4BA5-884A-9483E749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2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F229CC9-5191-4C83-96A4-A03FA399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98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1B65573-523E-4D43-A1F3-85DAEB9A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74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743A0B2-AC2C-4F98-8E6D-3ECB44E0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51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E0F4B484-DDFD-4AFB-8091-73B3A93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27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B5D2F0D-EB7A-4A77-BB0F-7103A399A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03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59AE2BF-5D4A-4FA8-BB0C-9D90D193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79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D88609B-2D85-4F5A-910C-63DFBE07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56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5800D605-CD70-4441-97B1-8D9E9B4DD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32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00C7193-509F-49A0-A15B-1FDC07372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08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D09491C-4B93-482A-AD62-87446809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372B50FF-3667-4C01-8E97-619E2CD4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61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61FADBDD-596C-4472-90B7-DFCB37F96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37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055FFA3B-BA12-4D1D-B37A-49926D3A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13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6A000A4-E1E1-4E0F-A371-F3A932540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898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3CE67BC-1BFE-4AAE-A028-D240267CA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660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914CC11-C91A-4BF8-B850-32D015D5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423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A9D4441-C15B-4329-A4F2-9F423A747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3185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91F3D05-30DA-4208-9984-11C1F700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F0C70D79-DFA2-47FA-8C86-92D964DE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35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06832CAC-1D15-4DCE-A923-C7249DF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12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B626A283-B67F-44C7-9178-FA31B03C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88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D2D8052D-DD6F-4E13-987F-560A8AD9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64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45384427-9F71-4F17-A65E-D38137EF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40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87751CB-42BE-476C-B5B8-FF6E8357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37484CB-EAC6-46C4-BAFE-75DEA78F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93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A77E66A-EAF4-4A8D-8FE5-0AFB81E4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9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FC01581-E96B-4009-AD1C-631EEA322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45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72DCE7E-2AA8-45C2-8756-B1909A6D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22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4198066-B8B0-4F9F-8C9B-D1F0BE569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8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0BCC820-D985-46AE-A8B4-8E6AE8F2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74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D8F644B9-5011-4879-89A9-AF6C8C0D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50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56492437-263C-420E-8EEE-29E6426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662ED352-9A42-4B47-9A6A-94122AA1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03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32FDD86-B8B6-4DA6-A2CC-91A8920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79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C89BBE2-E1AC-4D1B-99B4-6DFA08B5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5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033205D-F439-4F0C-8D46-11582787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32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5EA90EC-E8B4-4B60-AF3C-43332A826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08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46EEB292-4111-497C-9C57-E31DEC6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84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24D38F76-2A73-4BCF-9751-2AD762B7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60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DF2645-4793-4C9E-AD04-1A8EF4A6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37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4986FB5-2C5E-4C01-AA67-C52B238D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3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068028A-2154-4750-BE8B-860CDD31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89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A72C10F-B790-43B6-AF03-E0F3A9B3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65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670A80C5-44E7-407E-8852-1E399AE4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42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5FBE971-D629-4792-804B-106A157A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8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55536A10-84E7-45D8-9B62-9EEEAFA7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94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5CB726BF-5618-4AF1-AE3B-FA4087C0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09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BDD4293-A7F2-49F5-B0CD-AB963B42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472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8A252F6D-8FEC-472A-A0A2-EE51BE7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34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FB2D802-BADF-4567-ABAC-DB6415911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997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ED4FCFA-C1F1-4CEA-920C-4B21F809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7BE13AB5-0307-4CB0-A777-D5556979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4B2FABBA-5ADF-48E3-9B1B-8B7B0133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1D0F23B-828E-48F2-8465-A7E51F7C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4F60BAD-D4F1-4B04-854D-79A0B95B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A8D39CE-BF84-43CC-894E-763EB1E80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BDBA5A06-408E-46D4-9B43-7AA7D393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4DBF103A-4079-4BD2-AFBB-E76BB61A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3599F65-704B-4622-99AB-1172B4C9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401B58D1-64D3-49C2-B749-B5045870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9C2B9690-0235-4029-A510-FB3C0490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37D32B2F-848A-4860-AE4D-FF04CC7E5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4896AE23-A435-4A3C-A105-D2A152A5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6AC23C68-F745-4FAB-A059-F2A7BC71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946EDBB3-3673-4E68-8447-EFBEA05D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5D0BB770-4258-4E8C-895A-6D5D812BF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2D2677BB-64BB-47CE-A4A2-94E0BA68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52CBA7F5-A788-4428-B890-1644AA420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1132C6EF-4CED-4984-98CF-6EFB74939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D3BA810-4820-4B26-A9D0-B7057DF05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A36889CD-7C1B-477E-B373-5BFD878C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BB10A30E-290E-4F8E-9C86-C4E9D641E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24D0DD5B-4DF1-497E-B18D-D6797402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69655E18-3011-4915-A256-C570BE1F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C573CE81-6EED-4632-836A-3E7FA438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37954951-CAA7-4542-9303-8466CC73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3A50A7C7-3857-4B6A-9482-72DCC349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6050A0FE-B564-4EE0-A464-6EE0BF17D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66E43A13-B645-4602-BE19-7B5302AB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0B447396-956A-4D88-95BE-2EFA9988C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255BFF6-1C41-4D18-AA77-7BBA4130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DBF588F0-424B-403E-8AF5-40C87F3A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331A2027-5E1D-4199-BB27-471971C6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09F3B972-11D8-4B51-87F4-9D490891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D2AAFF2F-30CF-4282-A4F9-790B14EB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AB86FEB7-3D5A-435E-A478-954A8CC88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4D843713-752A-4D4F-9D1F-1C973701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9CB6AAFB-F975-45FD-B2AB-43FAAC16C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037EE6D1-7E5D-4B5C-8975-C05BCE34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E9978D96-00F1-4558-828A-630F627AE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3F68C06D-B174-42C0-82CC-8F0F9FF9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430DFE2F-1961-4CBD-865D-A98FC554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14F67956-BE23-4016-BFD9-37E2F3D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3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B79730BE-94C3-4143-97F6-D84567EFC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0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80449E7D-EBEC-423C-BA51-64A30082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671E25C6-8603-4BF7-85C1-ADD960A9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02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9D06EE9D-F356-4ECD-B289-E3156D3E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8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E22230EC-3F33-4D99-88DA-5C18CF1F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55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2C6D07EC-936D-4430-9B2A-33B8E5E1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31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FFBB5AD4-AC2B-46FA-8D30-82F1B7303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7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26485CD5-AC27-444A-8B51-324D8286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DA31A4C3-D9AB-47F4-8196-EC7A9E58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60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ACB173C2-5ACA-4B3E-9597-C692001C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6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5773ECCF-1679-484A-ADA4-A9D545E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12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97AC5D3-7CEE-4FE3-9BC3-3858BD4B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88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928C73F5-5014-4986-8CAF-8D0C44A3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65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6C0C7195-20F9-4B00-A03D-893A5291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41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8858B701-E794-4D36-913B-D9D4A5DB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17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B897DE61-4817-4888-93BD-B238A9D8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3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471DB55E-36A7-4B5B-9EEC-B38B1BFF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70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981D4879-418B-4665-9555-36A911E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46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D8BE18DE-D5B7-496D-A343-39975A26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22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A99AEDED-3521-4EA6-9805-01A02870F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98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B234D5B1-86C9-477D-BDDB-DAEF9D68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75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20B8F3E3-DFDD-45E8-A1B7-F7605E8C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51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96399F7F-4B53-4AD8-B8F9-92A5E4ABA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27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87EE2D03-3A14-4BD6-BCE1-0660047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03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698772B3-F179-49CB-8A94-A6293F59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80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626AB141-840C-4F88-8EA6-1CDE6C00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6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06366416-8AF7-4459-B0A4-571CBE7D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32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4351E22C-4D67-458F-8DA8-3BC58CE4D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08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F5566B31-4C17-4A66-A608-D73E18B2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5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0481F4A2-B871-4F69-97EA-9EE1A85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61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86252017-E150-4016-95D8-1BEF80D3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375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2EED5675-A212-42BA-B958-D0F676704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138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DFB38983-DC9E-4E2F-87B3-FA0069700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9005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578AFF3-80D9-4355-A44A-E04AB915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6630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3ABFF2A8-FE32-4ABF-9EF4-64AAE451F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11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7581694E-24DC-4C61-904E-7BA489D5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87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BEFCAC6A-F5F7-4A7A-A1B4-E83CC1C2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63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D0CA7596-5D2C-4029-AF23-B6DEE3DA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40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C992208A-B623-42FC-9902-8BDF22FF2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16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1DEBF22B-DB08-49AA-9BA3-EE4778EB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2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EC2BBBF-4EE9-4A65-82C7-5ACAEF8CF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68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C6586A08-601E-4A3F-AE2D-538239EF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5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FDBC75D2-7B1A-42EE-AA09-DEAB540D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21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F824294B-4750-45E4-BFB8-19FCC28B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7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1528C72A-8A46-4FB4-9409-08D26C6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73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E4C98C48-D074-4160-9544-3F8A3DDD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50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52743B99-EAA1-4368-B1AF-1782DB2FC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0E22F715-5293-4152-823B-DC35887BF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02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5E30144C-041B-416A-ABCB-D99479C8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78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504D0CE0-7EAD-413A-AE47-8771B47F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55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5F017E4-84DD-4B05-95B6-3E7B84B5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31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760194A-60AA-4761-870E-653A4A92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7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6E318932-C219-4715-8239-C9777382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83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323FF43F-5EC3-46B2-8E9B-7901068D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60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DAF30E9A-4A21-455D-9E4D-786AF1F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36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C70F3010-BD1F-4EDD-8C3B-C5F1C940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12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34A828E5-324E-4538-9610-C10470EF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88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0D203523-490E-4CC8-9A10-5F07358B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65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431E3AA3-4C6A-4C38-9C39-DD7FAF95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41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9759DF92-A2EA-4CF7-8E30-D035C29D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17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0A880670-1470-41B5-90D5-F089E76A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93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44933ABF-89E3-4D9F-A805-29C09403F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0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89000B43-6507-4029-9A94-E09E0105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46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37D4BC14-B5EF-4791-8B4D-942AF76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22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38E8B25A-40C7-476A-9C9E-3E59EFC31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98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834E31DF-4863-4B0B-968B-5F216A776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5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4319166-1120-4D5A-A499-D9C21BCB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51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8A1B6D8A-D619-4580-8E8C-8FF70FAC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27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D822B6AF-E203-4F16-BB7C-7D4349D5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03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5B857841-C908-4FA3-9E1D-DC6FE8E1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80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F942F0C9-C0D2-4B71-9E1E-8F2D606C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4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D5891DF1-9E01-4C6C-B933-515FBEA25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326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C4ACFF61-C17A-4BF8-9CA9-413706C06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089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949B481C-7765-49A8-8B19-39111CF0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851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115071C4-DE4B-460D-8CDC-47C07870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CB48CDD2-00AC-4320-B82F-66089337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E4052009-F050-48DE-833C-A28BC9FC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8B39FB19-DD36-45DC-843E-43C88302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7438BB2B-19BA-4373-AD4A-8735646A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878F98B-C448-4210-A948-CE3E77EE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4518EAF7-1893-488E-8BB6-420B49D6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7244FEA6-894A-4E41-958E-CE56CB25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268D0A9-60F3-4C85-B4FC-67DEDD8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0510E246-865E-478B-A586-EE014DEA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FDC0BED-3E53-4930-83E8-B92DEF99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336C40A5-163D-4C94-BB06-B740624C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CD9576C7-228C-4467-A349-CE0D11A1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9139BCD-903D-4EF1-BD56-4CAD3EFA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8C8C626A-6389-4714-A757-FA517813D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E50DE290-57DC-44F9-A0AF-C32C18E16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E56F6BFB-6343-4F32-8856-D6619397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B5FA9632-EE84-4E7B-99BD-9B4E24D4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610CECAD-E434-4E70-BBFE-B0FF1875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618F8D67-DE62-4D2B-AABE-4ABA8D53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D1ED1979-802D-481C-88F3-1913F08D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8D55DAA4-01C2-4DD2-A5F3-4338AE0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ADB41E51-18DC-432B-B1F2-72C28F34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00BD14B-CACE-4887-8F28-32E3562A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DE9FE835-6CFA-46E3-9D1F-ABF7B09C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118EEB29-BB37-47C0-A11A-2FFE6405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CC2C948A-A6A3-4454-95DF-9D88C8E5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9D7047E3-C85A-4B9B-92FC-25C525F3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A5368D1F-8E37-44CA-B314-5D7C4662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C4C22F9-455F-40BE-BE16-A6F3CC1C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F16C11D7-9C1D-472C-A45B-6ACF180E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D3021696-B389-4571-B8B7-D093A6D3C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B47A946-9CE9-4CA3-8252-4DA39BEA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8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0E64EE82-0E90-49BE-BF92-728CC14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45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881299C0-A33C-40C7-94C5-B7C07EE2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21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125043D7-F6AE-4DE6-A804-87B2D2EF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1C164DE5-C016-4DA3-91CF-290E4DDF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73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AA86062D-40E4-4B27-8CAB-C73CA720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50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F1FE0D4-592B-4B5C-BDFE-9F153E31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6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B9A54F68-BDD0-4D01-8FFB-42594B4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02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7EBF44AD-F2BC-4638-AB73-5D2F5450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78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12907C82-B7A7-4A7F-8D5D-3F3D5CFA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55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F7B118CE-56AC-4A2F-B1DB-A0B3963FF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31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0D156F48-BA06-4C8A-BA31-1F7F9021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07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D481A175-4C49-45E1-A945-20C0B25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83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C666EC62-A328-4E33-B353-78489A05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60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790866C6-CCEA-4F02-AE5B-7761D190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36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9A713D53-8919-4E94-8B6E-D8CC92C05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12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08C29798-259C-4D80-A318-50E4591A2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8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E03CAA16-C5C3-46E9-9766-94BD0150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65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7912FB16-2F8B-4EED-BA68-A70598169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41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4F3CA4EB-9440-43E8-B31D-7706C88F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17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1CE46ED4-EE29-40CC-AFE6-505CAC6D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93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82AEF263-CC54-4AC1-9182-E4B54058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70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C82C750E-2D29-4B8D-8C63-E4B6CFEA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6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8146AFD5-2FE3-4F88-97F5-1A0A8BEB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22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9498EF44-CD3B-4B52-81D0-BCC58023A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98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43F558AB-9E1C-400F-9DED-94728E2D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75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9E1C80A0-B2A9-47A7-97E7-7B715F6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51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A0F378DF-7CFC-4894-A808-74A66096D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27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207DE0F7-48C6-4BCE-B6CE-974268AE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3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C4B89B8A-F7A9-4073-A10F-D9035EF90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80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AAFC6633-3380-4FB6-9CBE-E59E2B6B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56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528F31A7-DF2C-4424-984C-8502C46C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6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8469A2AB-5F78-4FB4-81DC-F97523277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088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4BC73890-D591-4D58-AC98-7C668931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510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6BDEF6E6-05D5-4605-A2B9-1A22E12E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6135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5300AC5D-E765-420B-873E-62769806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CHAPTER ONE — RENDERING WITHOUT SURRENDERING THE UI</a:t>
            </a:r>
          </a:p>
        </p:txBody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74D8E82B-F487-4451-8A74-BDB1885D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8382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1F2BE0"/>
                </a:solidFill>
              </a:defRPr>
            </a:pPr>
            <a:r>
              <a:rPr sz="4950" b="0" i="0">
                <a:solidFill>
                  <a:srgbClr val="1F2BE0"/>
                </a:solidFill>
              </a:rPr>
              <a:t>The deck is the content.</a:t>
            </a:r>
          </a:p>
          <a:p xmlns:a="http://schemas.openxmlformats.org/drawingml/2006/main">
            <a:pPr algn="l">
              <a:defRPr sz="4950" b="0" i="0">
                <a:solidFill>
                  <a:srgbClr val="1F2BE0"/>
                </a:solidFill>
              </a:defRPr>
            </a:pPr>
            <a:r>
              <a:rPr sz="4950" b="0" i="0">
                <a:solidFill>
                  <a:srgbClr val="1F2BE0"/>
                </a:solidFill>
              </a:rPr>
              <a:t>Your interface stays yours.</a:t>
            </a:r>
          </a:p>
        </p:txBody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048B0C92-62F0-4AA9-91F6-5AD65C15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29100"/>
            <a:ext cx="74771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F2BE0"/>
                </a:solidFill>
              </a:defRPr>
            </a:pPr>
            <a:r>
              <a:rPr sz="1500" b="0" i="0">
                <a:solidFill>
                  <a:srgbClr val="1F2BE0"/>
                </a:solidFill>
              </a:rPr>
              <a:t>Use unstyled primitives to build the exact presentation experience your product needs: a quiet document preview, a full editor, a review surface, or something PowerPoint never imagined.</a:t>
            </a:r>
          </a:p>
        </p:txBody>
      </p:sp>
    </p:spTree>
    <p:extLst>
      <p:ext uri="{BB962C8B-B14F-4D97-AF65-F5344CB8AC3E}">
        <p14:creationId xmlns:p14="http://schemas.microsoft.com/office/powerpoint/2010/main" val="13421564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5E1B4B-3596-4C99-A121-48B03094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B7E55-589A-4463-B8C0-C3F8FD7E9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5B731D-C6B2-45F8-8F87-6E797AAE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167CE-74E7-45C2-AE36-27AF36920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1B4121-4538-4225-9AED-D9618AFA5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EBBD4-C0E8-4031-B5DA-2D9EE7D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B97C90-F966-4035-B1DD-485C9D9ED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0CF2AA-9EF2-4903-981A-695DEBA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4BE5B2-ACCB-4283-8E41-67FB36269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CCCAE8-434C-4EB0-8D8C-A9436745D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9CC9E-A931-4E5A-9E8A-B59D8936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0006BA-550F-486C-B057-A8F13E1E3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7B5B01-DA38-44C6-B17D-3F1A1BBD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4379E1-E342-4842-8B20-14253C82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F5274B-E3B5-4FD4-841A-2192A9690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F863AE-B0B0-4233-A48D-B82CD654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FA3D5C-B815-4583-BBB6-AD929552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300C71-7A89-41EF-8C00-6D71A07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B8910-D006-4320-B745-14074934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BB9F8C-9B23-4A01-971D-F1D91562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58E6FF-22B8-4D6F-BF31-073C6224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CA8245-B5B7-40AC-94CA-DAC6CE8D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44016B-9E8C-4A43-95B1-3874BDA2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D6675-C04D-4BC4-9ADE-BF998B4C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28A115-7A4F-41F9-A8D6-5ACCF0A46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9ED32C-526E-4C95-8428-FE1815CC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8FB18E-92EF-43E8-B391-4A26E3A7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697D10-AC0B-48B5-B021-B9BB35CE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CEB300-5377-44B5-9A53-BB65810E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0DF974-C5B8-4985-9113-B985BEB7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04D4E4-010B-48E9-96F2-7233A0084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F69C78-940B-4C19-9751-C26A2D16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5E947B-D2D7-4252-95B8-1C23E6D7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3A1D87B-3669-46FC-BF69-8AC525DE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1D86D-13B1-4EC5-BCBC-E218FEB8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C24C28-DB3F-40A9-A7EB-7DF6F1EA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0AF48F-71C2-455B-B3A7-C85EFFF7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A94BEA1-287C-479D-A525-C55B5ABE5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6F0B55-3F66-4FA4-99A0-2C362646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56BF941-09F0-4A67-B43C-1106BC11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70CAC17-B29A-4B8F-8BED-E7F80D2A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6AB42BC-FE4D-4BF8-A8C6-F45C0750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E66A80-4A17-41F4-A6E2-944151B9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B98197-FC53-497F-BB0A-1F0D15FB8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ADEB620-C969-49D8-90AF-D7600F92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138492-3C4E-4A6A-9635-0F35D70D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F521D3-4E33-4400-9EEB-E156BE5C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4FA777E-FCDC-4563-B18A-A4E758D0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220000D-511E-4B47-8B0A-165A71C5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5C5ABD-7E49-4144-8949-1B425305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E54F78-A413-4B6E-AE93-CD4A79EF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3CAC040-0FCC-4CC4-A4A6-FF5D2B91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2F676AF-A3B8-4002-85E6-91A6DA95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9E48D4E-3486-4455-80FF-9A314E67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99AFA46-BAAA-436F-8CB6-C849DE11F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3389F4-0E95-49BD-99BD-88F5C2C6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87500A-10C3-4BAA-8A93-8AFE7AA7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7CC8F5-8A94-4327-8EB3-11E8B470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C88FB7-60DA-444E-937B-18AE2F9D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111DABC-D9C9-4E74-9E60-DEF72825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E07FB5D-3EB4-43C0-9BFC-CB04EF5A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BE5C768-A921-4B8E-AA40-C2A66679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91E19F4-836C-4930-8310-4DBB1966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04AACC1-F047-4F74-BDBD-75561725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9309BC-44D7-4632-972B-492FB0771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E44EEE4-2F05-4CBB-A15D-6D23B900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1E5FCB8-3EDE-42ED-9714-AFE178950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05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9FE58C2-6A28-4EDF-977F-9B2A1A1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F2BE0"/>
                </a:solidFill>
              </a:defRPr>
            </a:pPr>
            <a:r>
              <a:rPr sz="3000" b="0" i="0">
                <a:solidFill>
                  <a:srgbClr val="1F2BE0"/>
                </a:solidFill>
              </a:rPr>
              <a:t>A broad format, handled natively.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BA54A83-45EF-4D60-AF3E-1476ED2B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4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ILLUSTRATIVE COVERAGE · LAUNCH BUILD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7CC17E7-FFF9-4D40-B31C-F062A011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2C5306-257D-4853-A485-9B63DA4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6450" b="0" i="0">
                <a:solidFill>
                  <a:srgbClr val="1F2BE0"/>
                </a:solidFill>
              </a:defRPr>
            </a:pPr>
            <a:r>
              <a:rPr sz="6450" b="0" i="0">
                <a:solidFill>
                  <a:srgbClr val="1F2BE0"/>
                </a:solidFill>
              </a:rPr>
              <a:t>40+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D28C353-8644-4F0D-8D06-F82C8920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908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RENDERED OBJECT AND STYLE CATEGORIES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5E80503-E8EF-4028-89D2-500DCB02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BE0"/>
                </a:solidFill>
              </a:defRPr>
            </a:pPr>
            <a:r>
              <a:rPr sz="1200" b="0" i="0">
                <a:solidFill>
                  <a:srgbClr val="1F2BE0"/>
                </a:solidFill>
              </a:rPr>
              <a:t>A deliberately varied demo deck gives the renderer more to prove than a collection of plain text slides.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A31E67D-D052-4AF3-8EFC-171CC2FE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650" b="0" i="0">
                <a:solidFill>
                  <a:srgbClr val="1F2BE0"/>
                </a:solidFill>
              </a:defRPr>
            </a:pPr>
            <a:r>
              <a:rPr sz="4650" b="0" i="0">
                <a:solidFill>
                  <a:srgbClr val="1F2BE0"/>
                </a:solidFill>
              </a:rPr>
              <a:t>01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7B7707-DE27-4472-A9E1-B0D33FDE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ONE PACKAGE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D6D58BE-5F3E-4EAE-AEDF-09273AB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00650"/>
            <a:ext cx="276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F2BE0"/>
                </a:solidFill>
              </a:defRPr>
            </a:pPr>
            <a:r>
              <a:rPr sz="1200" b="0" i="0">
                <a:solidFill>
                  <a:srgbClr val="1F2BE0"/>
                </a:solidFill>
              </a:rPr>
              <a:t>Load, inspect, edit, and write the same PPTX.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B6B130-A1AA-4332-B11B-6DEA18B2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729B4DE-704A-4B2A-8708-091D5DBC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9347E8-538B-415E-8FA4-554A9496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FDF7E82-73BE-4220-BE9E-963CAF33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61D03C6-B12E-4D72-9507-9975D4DE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A7753CC-A387-48AA-8B7A-A7F085C29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3BABF4A-2998-4C23-B88E-C0F9D899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0F8F68B-193D-4A4E-BCAB-BB84893B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FC68758-3292-4F4B-B205-88812933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109301C-842B-4A31-B2B3-026DD4C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B36D05-2AD7-4CEA-8463-01425C9D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TEXT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CDC2CB-7159-43EA-8B6B-A548EBE1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072F510-8E66-41BE-992B-6D30D6C0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9DAF474-F904-4F99-8580-5E54D41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DBB264D-2254-4565-AAE5-C1C0536A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2078040-576B-4EB3-82A5-4E03B81F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30333A-983E-47D7-8735-0650D4F5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02A65C-4F7E-41D9-B0A9-908A7AC5B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6CF9634-A11E-4F72-9B06-0A9962DE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280D781-F81E-485F-BD7B-F95C9A843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5E1AA5E-B57B-4052-ABD8-2B944A42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E1DFC910-CAE5-4EDB-9984-BE50F851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SHAPE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C007BA-91C9-411B-8405-B1B69CA39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86F8454-1418-458C-963B-B2840C8B6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0662694-798E-454E-9A8B-C8E79F74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25385FB-C098-497C-B665-AAAF63CE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1D55BD0-55C9-4FE7-9C80-DDFADE61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EB6AA02-B455-4C6A-A731-C5415318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5E22C7B-1687-4995-ACDD-074F75ED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067192F-1C2F-4A8D-84AD-E9FDE020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D4B4BE8-C4E7-4374-B102-28C7C3DA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AAE2B04-7D39-4153-A39C-613544E7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607F89-64C7-40CC-89E7-81573860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IMAGE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A26B534-4B50-4576-A215-F097EB6B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63414836-1563-4971-B226-A148027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F23CF9-3788-4B34-81A0-8871B12A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601BD71-CE26-4CFC-94AA-1767724F8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BE0694AB-9F80-447F-90C0-DC85438A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75A7637-36A6-4DB2-BA6E-0E2C57BF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FDA220C-1412-4DD9-AC2C-E65958218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4FCA258-9718-4193-B56C-5FD3C24BA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AA1F588-B29E-4988-9B8F-F74F330E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1FDF766-9DA7-44DD-B075-C5050EBA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8749926-9C00-4E79-A8FD-CF3EE103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TABLE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DC31F29-BF69-414F-BC67-DBC4E06E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2C90FB6F-6815-47A7-878F-FCC015D6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841178A-EFE8-4A22-BC99-B6AF05A5C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59763084-4C59-4297-A4B3-F121BCF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A349B82-C0A4-4D22-9318-CCC79E8E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B4F48B0-01A4-4092-9E94-23D4F952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FD80E7D0-A827-44C0-AE84-BDD80ED2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19482E3-08B9-449D-A456-B2D909243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D297FD-90D4-4D1B-B93B-855926BA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689333-91E4-4B27-B0C8-CAA95D0A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FC0AE976-F8E5-42C8-9A32-1F8E10FD4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CHART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F9F5F407-8516-4253-AABA-3BFC8BD3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06DDD115-97E8-4BD3-8634-F87E3F3C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041FE4E0-64F2-47F9-AD2D-70BDC831A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22AA610A-BD22-4606-9869-8A548F8C2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75E5A04A-49F0-41EC-A6AF-7B173A8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2F0AFCE-B02E-4E67-8FE3-9C3E2EF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86144BA-6FFA-488E-A6C0-6AB5E21B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7238EEC-DC5B-439A-B219-529A49202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36F98F6-9A47-41BD-8C08-4F12C8B0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7182B64A-D609-41AD-9682-6F9E1532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3A1E2146-0EA6-4D41-A3D1-8CAF77FF6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FONT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42B0F5E-8E81-44CC-9F93-28311F14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554F5730-13DF-4D52-90AC-48FFE6AD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CA12B880-CE53-4F21-9F61-93801087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668478A-31D7-4AF9-8CB3-FE918BD9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4C67D1BF-8F6B-4CA6-A2E8-7D022A98D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9278897C-3CA5-4185-BAE6-A1689EDB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2F42E6F-E1E5-482B-8FFB-32547C1D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6D03B9D-81BF-44AE-95AD-A2C33298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C6FBBDB-6F39-4575-B64E-74EE543C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1B5AF1AC-C59C-4A17-8DA7-CA07C7B8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AF04BA5D-8330-449D-81E5-19DE3B1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EDIT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F7D00ECF-B4F2-4853-8847-3B29F940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857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52D8042-FB06-4F29-B696-20878AF6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552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46AC2BD-D85E-40B3-906D-985DDF99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248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7A9614BF-C83C-4D92-A527-7252D0666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943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E2B356D5-4E58-4219-A248-C128013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638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4B6309ED-32C6-42B8-AB66-536E92E4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337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50122EC-14D8-4FED-B9C5-CE536757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289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0D67855E-708F-4564-9ED4-C1307A5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241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1CB482B-C474-4AA7-AAF1-1BDB0733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193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910B327-4BD0-4D69-9B94-59C579EDC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114550"/>
            <a:ext cx="552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E0FA067B-110F-4F3A-9E4A-5BAC3103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5219700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SAVE</a:t>
            </a:r>
          </a:p>
        </p:txBody>
      </p:sp>
    </p:spTree>
    <p:extLst>
      <p:ext uri="{BB962C8B-B14F-4D97-AF65-F5344CB8AC3E}">
        <p14:creationId xmlns:p14="http://schemas.microsoft.com/office/powerpoint/2010/main" val="12063504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0315E3-DA3C-4645-810D-BBC0FD8B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9235E-506A-4601-9F26-FA21526A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1C3903-678D-48E1-A550-98D490E2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16E2F5-E585-4DE2-86FC-8C099F67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353AC9-7D9B-4AE2-A08B-6C825CD5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BE0CF-4D10-4CB2-BC0C-FC63121EB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C7746-33ED-4A98-8AB7-CB130A8F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EC4B22-A474-4FC6-AE22-7EA8EF28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DB8CDE-4599-49AB-A0AD-7B5EFB0FD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049397-A4D5-4681-AB73-73F3FDAF8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55C392-18F9-43CA-87A9-9BA01539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5982-07C4-4D72-B7C6-734FDBC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BF221-D8D4-4651-ACEB-FDDB3F03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5B9E13-743C-4A95-A0A1-2BDD0A52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6B836-B9E3-4286-A462-545C9A5B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E350D-4B93-4F7A-86DE-3C1D1F7A6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D03C2-69B2-428F-BE7E-7806275D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3183F-A045-4052-BB81-36D07BB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A265C2-0CDE-4288-B661-D7F76520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F3C8E-1CF2-4B13-92F2-4BFF5ABA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6F86A3-C0A2-4217-9FA8-BBE0F08B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15C43-A332-4830-9617-7A202E68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BFB37-90FC-44A7-9F73-B59E6C03E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912CA2-E557-4246-9FB8-E37F12E8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8B6EC7-3FBB-415A-A566-DB37E97B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ACE8C6-FC31-4AC1-BFF5-E511F8D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AA8832-4366-4D37-9062-CADBE3E1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58AB57-B396-4A48-B870-162574626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307F31-6210-446F-A3F5-BBEF5BBC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5C3B91-C863-4C45-BAFF-51C8C987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57FC97-343C-47C9-B2D2-3220923F0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6F6919-089A-47BA-BF1A-40848CBF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CD319A9-4CBF-42BD-8FF2-F3D644C68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62C2C39-8D7F-4EA0-96FC-D3B16299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7030FB4-1ED6-4AF3-9E80-3004B5B03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497EE7-0731-4E3F-9308-25B1604E8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CDE88F-80A6-42AA-BDF0-CB3A4FA1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6FCF253-51CB-4790-84F9-30432C6D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F9D5B71-E16F-4D2E-B987-67953130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FDF07D-C441-4C09-9DE5-4B5B5D921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4A0817F-6E77-4CCB-A72E-606628A2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869A7F-005A-48A5-8A2E-D39C85822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F47117-ACD4-416A-B62C-6F2C1B391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00F4D49-3FA5-44A3-A6A8-5EE96B08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581E61-A65A-48BD-A4CE-C94F4033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AE0F18-1B2B-4C79-A7D4-983AFF11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3D17A0-6280-4728-A206-A18B6BCAD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DA940C-6825-40BD-8947-936E90C4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BB160A-220E-4E40-AC27-CD819B33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DD8D57E-763C-4E9D-9177-1C1DFF229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126688-D1B0-446C-8ED4-3B1CE59D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1459E9-129E-4AEA-935F-A4C4B764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E18FB1-AE07-4643-8A2F-F1132B7D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F1B12D7-2C96-479B-AA0A-0CBCECE9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DEA907-B645-4B60-9795-B5E1416E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9CB525-EB9E-4938-A635-9E7B7BC7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914AC8B-1BC4-46CC-8774-1DC58CBE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3576CC7-A2A4-4B65-8E08-5E21C0317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FEDFA02-7417-4704-9955-E4950A15C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1084F70-EC60-4411-926A-D5A172A9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F32372-C1FA-40A5-909D-A7E8C6DC8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2E1ADF-A4D8-4389-99E8-86C1E3A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B11AE5-54FD-4F6B-B1A1-EA0985E4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9C8A3FF-F19A-45F2-958E-B33225F7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93ABB35-7B77-46C0-8C5F-B8CD8A8E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FAD7D8D-E9E0-4724-85B8-F7FB49E4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27453D2-8499-4242-AD8C-DB0F3288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06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191388B-B94F-46FB-B81B-3642C6E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64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62F446D-16EA-46FD-979F-CBC9D110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1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8506C40-F782-4892-AC9E-60801C96B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17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00AF7E-48EC-48C9-B9E7-1CDB05E3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3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5837CAC-BC21-4CA9-BDBF-F6C2B8B2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9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D1D7F0-1CB2-43B4-B5D3-C2B4E92B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6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059B34B-E6D5-4CF2-B14B-FA7FE39A6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22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C7B5444-D855-4C4A-87E2-92EC0AAA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98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1917A2C-B2D0-4BC9-922D-4F4A91456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74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73A1BF-4F18-4209-A240-CBCAEE06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51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CD6DA9-BD1E-49A2-ACA5-60B166F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27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0823EF-15A6-4CAA-B70F-7F4520814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03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3ACF17-3501-4AFD-B032-6AB93FF9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79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8BCA891-293C-4EA9-A8A7-70D7741EF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56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50FE537-E95D-454E-80F1-5E56C8D41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32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22CE2DB-87D8-4070-9DAA-D423505E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08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875818C-66B0-4822-BDF9-3D766C6B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84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06B79C8-B6EB-4440-9F85-52EEE5DA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61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D0339E4-C1AA-49D6-9449-1FFDA9228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37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20B9E76-D604-46FD-9717-5CB30479C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13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BCED9ED-06A2-4450-AB31-4397C6D0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89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03A52BA-37CC-4AD8-AB49-60C6588FF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66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283ABE6-F1B9-4B9A-9F82-51D96750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2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7863D5C-16D6-4C7D-A937-7433E05B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185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969DA5-47AB-4870-8355-535CE430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948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C5152B8-10BC-40FC-8169-3446D080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7108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52B6F7-DBF2-413F-A084-91833F4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4733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05EF99C-15DF-483A-A8D7-74BC0D80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30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AD0A0C1-BEA0-4A71-A3D8-EB9BFE7C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07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326ED2-6DB3-4CC5-A582-3243A441A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83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6B2D265-D851-492B-83EE-26CCC639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9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A81B3A-8BCA-41BD-8575-5577B71E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35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EF24A25-CF9A-4AFB-9CB5-5ACEE687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12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9B9A5FF-4A36-4904-8876-FA388FFA0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88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F34026D-8D6A-4A4D-B5FD-BAB91C51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64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558064-BBFC-44E7-95EC-1DF4CF72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40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49E6E91-5E4B-4490-B41A-B2A1E219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7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98DE76-A385-4E7B-A514-480B7AE71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93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F0FFF5-679A-4C32-8761-B81AAA58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5AE8C00-F7C4-48C3-AC00-C7B4CDB3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45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AA089E7-AA91-4A11-8BDD-5AB07B534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22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D98C961-6C4C-4AA6-BA86-F81C6498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8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8B471DB-3561-4D81-AE43-9AAB4BF8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74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1D7A05F-701D-4F55-97A7-0B2768936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0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05CF7B1-64AD-40F0-95EC-FCBB46FE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27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63FC1ED-D557-4584-8FBC-C6CE900F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03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E898964-BB9D-4C96-9E53-72C504BB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9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07E46E6-7B6E-43F6-B465-2DC4EB46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55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07AA87B-8BD9-4A71-8560-6137658D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32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A9A69073-E192-4504-B779-F74A6C52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08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2145063-5F5F-4ECD-A8DD-D13DF4ED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84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3077554-5523-4844-A694-259F3992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60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EC38A95F-72D6-4D42-8F1F-D3F6E67A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37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BA20BC5-BF54-45AA-8F7E-40625B5C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13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A1B8C17-A8C7-4AB6-9013-1E5280E3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9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94B9B509-EF76-4849-98F9-D97B349C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65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6656275-9F8E-456A-8F65-7E85DEEC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42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936DF36-902B-4007-ADB5-C778411F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8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31D7177-7A66-40F7-AB19-129526B3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871E456C-E415-41BA-9859-E9087C3E1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708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88D8E14B-08D8-4942-A791-F390FED4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471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3D7C96-AB6D-4ACE-A9D7-D826DF023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233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C0AF02A9-AB0C-4F45-A295-3E5C2367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996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D09A004-F4B7-4C39-8AAF-7147F454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64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0251EB2E-1374-4744-8DE2-5782347B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40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145318E-8CBC-4DEF-A2AD-E0B05D7B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17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6599AF66-A543-475C-BC40-31BD69E8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93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EE4A9C8-39DE-442B-B94D-F4B08096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9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C579C985-28FE-4ABD-90B9-05E025FD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45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5DD5A09-E31F-43BF-9701-01DC007F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22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44E48F5-2E72-436F-A64E-922759264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535A04A-3AB2-43A4-8CE0-DA13E23D8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74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91585123-238D-48C3-9697-AA582A85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50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7305C39-1CC4-4DE8-B496-D79E8B36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27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9A5BC788-8545-47A2-9C5C-4FE3FC8A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03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5D281E98-A47B-478E-8C05-7BF0FA93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9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827E069-4D74-4DAC-ACBE-BD7A8E61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55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3C0A2474-B00B-4112-8F0D-0E42972A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2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2A81EB66-EC76-4932-8620-E6FE8824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08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1E135B4F-3969-43D0-BAB3-2787F8DE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84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A94F7B8-4E06-4070-B516-5075A40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60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A8965CF-6CD5-48C5-8A75-3BCFA8F6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37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FC07924E-307C-4E15-8042-148AD658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13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AA108AD6-3557-4642-B21A-1200A59F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9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72AFC8E7-A671-4C25-BCDE-AFE4C26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65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15B0FEFD-A0F4-4C6B-A15D-6929257B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42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158F3718-67E2-40B5-9200-B58E24BF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18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92FA024F-3BBD-4F34-9330-A7C78673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94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567DBCC6-A8C6-4E7C-B1CF-39C57FC2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70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34657CC5-FB40-4440-83EA-E1B89CE1B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47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D907B2C-3ECE-4DC8-B384-4370D96D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234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ADDFE9F-29F9-4C56-A9E5-EEDFC16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96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326A79F-68B7-4D74-BA93-90F1DF79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7590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1A6EB1C4-D6E6-4E87-832C-FDA7B26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5215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6792281-66F9-462F-B0E4-064C9B4AA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F6FA2B9-DBBA-4E0F-ACA9-5F9FF7E10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7D26461-AA57-4356-9B63-B29FD908E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7CA4D71C-B136-42C9-87A8-1ED2D57F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145D874-9DE7-465C-B3CD-2F4ADB895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4A0DE2D-42BF-4FE6-9B70-D4BD91BF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9BBD61E6-9FF0-408C-B876-CE4BF556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843D9BB-7675-4994-926C-8E4FD2A6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34CD58BA-87DC-4EE4-ADCB-0F80F54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BF80EE0-027F-4515-B92E-0B064E8FC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D01438DA-468C-428D-B584-C3C5969D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FBE87CAF-E51D-4ACF-A6C5-FDD850E7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B96E8E8-35F1-4963-B498-56451C41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B7A98D9-96FA-435C-BDDD-D82E121B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A0A6A1C2-42FD-4DAA-ACC2-D44D6D2C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BD6CB12C-D025-4FA8-BF7B-0ACD3DF9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D8DD6886-BC68-419C-9E85-525829E4F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C7F59E86-B592-42F9-9C7A-55A7759A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ABA54C96-9DE1-45EE-8D59-F5995951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643EED5-93BE-4013-9809-561ABFD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2FE1EFD2-63E8-41B2-BBE9-2FB23D7C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016CCAFF-3913-4271-AB55-1BAFD542B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B884F91D-94CC-46FA-9688-12E3285AF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6E9EA583-96AD-496D-BCE3-0B7AAE37F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4A5097FF-88C6-49AA-9853-02BF2837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D85D035C-84AC-4EBC-A813-9B0811D3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35304C56-08A7-43F0-8156-ADCCA6B6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C9B65247-B622-4C58-8443-6A4667C48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8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066F66B3-A4E3-4D13-81DD-9A86DE8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3D567072-5A60-48FC-A998-BB9872FE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4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E69E937B-7D7F-4D07-88EE-C5A8CD5D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19400477-EA1B-45DA-AD30-49C505D4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B1249DD1-548E-4260-B158-93774D63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B5B165EF-6F47-494C-AFA6-7DEBB55E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F533B492-5DA3-49E3-AF8E-2CF0BF32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790848E-18E9-4C49-8AFA-B590EB920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DFBFD763-114F-48BB-A2AA-63582A716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B1CFFEC8-3ACF-4397-913D-AC06D925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517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C7114732-2FBD-4FF9-9F5A-EDA9C00E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6CF6338A-EA9B-4E71-982E-9971048D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B2CA406A-DFF0-4C88-A3FF-2FAE6747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4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FF8334FD-04DF-4E7C-80DE-823F2B06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40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7A553A32-97A6-4999-9D75-554AD459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16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C0FDE624-D714-49D7-828D-A53C88DD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93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3E9D1AB8-4CCA-4624-B794-4F8B8248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69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45D6ED6C-E1B3-42D5-BA82-1156248D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45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070A7C10-AF9E-4950-B09F-D5D0064F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21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F1E5B9F-0B76-4D35-8110-B4D08EAA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98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B34DADEA-3145-45F6-9405-1BD1F0EA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74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44B74414-1839-42C8-8E5E-82A317DB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50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2AF5FEAA-D7A0-4836-A204-73599A51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AA637335-3415-4E18-879C-98680DE1E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03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C2452D89-6560-4310-ACDE-C93558E7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79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1F1CAC9C-B7FB-49C6-9532-90525376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55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FE1600AD-9D3A-41E9-9986-E63D5E8C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31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400DD098-7BF1-48C0-99C5-9E58E765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08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14BE8AEB-87BE-452E-B241-D76F0D8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84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7B1CE1A9-885D-4107-81DD-41278549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60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B1076D46-E635-4136-AB65-D3F4A471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36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42C343DC-5001-4C37-85AB-DF55C67C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13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8C3D757B-D46B-4107-900A-A1E5BC9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89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AC591928-9041-4147-8C8D-4CA4103D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65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453767CC-047E-4513-9AF3-F764D583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1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2E2D8B9-752C-4653-B5A8-9AE65D95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18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8CF2D1F9-7EBF-4B47-ACF1-DF422A398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94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DB79D8A8-D32E-4303-9FAF-9BE3158F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70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297BEB29-F29F-4404-8783-E9B4D4EBA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46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2CBA0137-7939-4A75-8D86-775222BD3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23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F2645657-3A30-45BB-9C37-F0F14546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9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99FDAA19-C688-49A3-843C-F793F04F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757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EA4BFA0C-9AD7-411A-A1E4-06BFFEE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519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1CF5DBCB-1C23-49C2-8C18-9F73DEB6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282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641E2B19-3FD2-432C-A290-A9990331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44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5BE2C56F-5036-4555-A461-2C184328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30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86129012-6674-4E87-817A-58CC6B21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06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451F5AE1-AB56-410B-B0C8-030E2CC9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83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D246B8B5-8A6C-4F50-AC42-5D8702F9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9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2C01FF61-F42E-4DB7-B092-A1520C01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5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1E2D5386-A6F6-44C3-9C9F-7274E96B5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11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E900B029-FBF3-42A2-AC76-94B685DF8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88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6F6CCC72-0B2D-4AA2-96B4-19EDC24A6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64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54DB1F50-CEC7-4E06-A4C2-3B2D357E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40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D362C0EE-0F1E-4C7A-903D-27675B23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16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E5E00C89-1A1B-45C5-8BAF-D27F65F0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3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BCEF0EEE-3CCD-428F-BEA1-46121A4F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69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8402C611-E294-4A6B-B0E4-6EE18D53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5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CCB9D82C-197D-40E1-AB80-932477A5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21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24DF74F9-CFF6-49C3-B241-30234A2C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98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49D77776-BBE3-40A5-BC51-151BDDB86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74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018FCE27-5B6B-4BC2-972C-5F0F4D81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50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4ABC4D9B-8A1F-41EC-8B9E-1E485FC1F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26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BD2B64F4-46F1-45BB-9436-F0F324468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42366C0C-8355-4BF8-B835-5B079C5E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79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5BA2EA74-2351-4C63-81DE-8B4A30ED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5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028D3FDD-8632-4F87-A121-F5260BE4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31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25D06217-5360-4C22-8DD6-D4C5119C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08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B15CF723-86FD-4791-9735-394C8442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84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B284D193-9C97-4F61-B4B5-72F2F1400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60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7AD9E2FA-1705-491E-BA14-CDC00A52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36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0241FD16-7BB7-4C2A-879F-9C1117E6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13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7196E33D-01FE-4778-90C7-E22B7410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89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3C969E32-B236-4281-938F-0F6A8E57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65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0B0D7A69-8EA1-416B-AF64-DCCA5CB4B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41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BC5C44EA-759F-467D-A201-7C94DA16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18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6C53D8E4-D86F-4F9E-9524-00CB41081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4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696345E-F865-4285-9552-7FC98BC2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70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9359FC50-EC99-4D01-BDBD-1777AE82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46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D85F0DBC-3E0A-4FEF-9ADC-A5D4042EA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31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812986ED-2395-4D09-BA8D-EB9DF1BA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994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CE15BEBF-8156-4902-A8C1-78DBDF85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7568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E175DC34-E120-4F04-83EB-47895F3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5193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2D25C660-DEDE-42A1-BEE3-6AF92161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1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470A348-2670-417E-B359-20748360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07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FDC9E88B-8A8A-44D6-A694-D160CACA8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83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CE24A188-5D13-4FC7-999C-500BABAD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0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7C087A4A-85D5-4C73-8366-CBE72EFF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36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5A432A32-FBA2-49B9-98F3-CFB13164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12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04DBC35-D1EF-476F-9AB7-B3FA11B46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88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7701684A-6F8B-4196-80FA-073F6407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65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3D3A6FA-D1F5-4F21-B63F-EAAC2687D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41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1B93D5DB-8859-488B-81B5-87634E9E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17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B1C1022E-5F05-4AAB-A5AA-86506BF4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93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10FD718D-B988-40DA-9C77-EB614E23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70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4B66351D-9211-4A13-805C-8612738A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46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81910E51-A679-4C53-8DCB-079CA6834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22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CAD83E9F-8A6C-4D50-AE16-337F60113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98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E9F7318-9066-4F2F-91EE-5C5357F2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75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2E42129E-8393-42F7-83A2-B56E48D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1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ADC82290-EDA0-4983-B1DD-E57D3352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27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34B8D675-1827-4C6C-AFCD-84AF74D17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6786F811-D675-4B20-A71C-B540621A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80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0EBA2AA6-D8B8-42A4-838E-874743D5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56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7E9C91E1-6A32-4FE8-A7F8-DFCE3D52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632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6D42FF6E-EED3-44E8-AA57-47A4818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08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7CB5D545-56AE-4A6F-934A-FC784536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85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496EAA57-7755-4B76-96F6-1850313E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61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C38901A3-5082-40BF-AE96-71AFEADD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76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90E56946-3BF8-4BD4-B69F-E2CBBE40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138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60563E6C-6728-4227-80AA-48D7044A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013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DC8FB200-6324-4ED1-A797-3E6C1D83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6638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49D90A1D-3D59-4D2B-BAEB-437F5335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97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AA0C4B6D-0E5B-4CE6-B457-35AA0FE6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73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1CF55F65-5587-45A0-958C-7CFA9122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50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BB2B8A4D-88E4-4C2B-BCDE-2BACFAC9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26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90B174C7-05FC-47D4-8B50-0F2BDA8F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02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41E2C162-7BAF-4A92-90A1-E61BF1DD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8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C988BA08-BE9A-4A59-8BCD-43A31F36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55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0C732F93-5918-44AD-BAAB-D708FC9D6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31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02238C17-627A-4A80-A8E8-842669DB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07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5760C059-5E5C-4E24-9AF8-948BB64B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3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4DA1FDC8-D4E9-4A7E-ABB7-706112855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0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08EC2FC4-03E8-40C5-B28F-3B930E76D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36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E645AAD3-1BD2-45EE-9747-2C58E332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12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A2CB7714-F66F-4762-8A33-CBA55AC0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8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F82565A0-BDEA-47DA-84CE-A13CC14E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65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FF9A3110-2B5E-476E-90C2-DD51A3A5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1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3FC1F2C9-DB3B-4E45-B539-9C01469D3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17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33DABCF3-0EB4-4D3B-BF2E-8DD2C45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93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A72B92AD-8C2A-4F47-8B21-60A11857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70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35CB3286-9231-48B6-B609-C43ADD1DC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46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5226A361-5598-4673-B78F-0E113BEE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2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828A1F21-45EA-4660-B3E9-43CBD54D0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98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C39A3113-EBF4-4810-A772-77155085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75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E2A9359D-4467-4E0E-9800-D601B87B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51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F0F27F5F-BFA4-4CD8-BFED-A81960A6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27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03E38CF2-353D-409C-B0B2-A7B70237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3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94C345ED-32A5-4E34-807B-B6071C08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80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1A9D3E24-7ADC-4D57-93A9-A424ED0C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56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A62F2EC7-D14C-44A6-B706-A6424295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32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CECF52BA-B98F-49BE-8FEA-D37CE1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08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2B4383CA-C977-491D-96F8-B8B94A7E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850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C373D4C2-5F72-4434-884E-8535FAE7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6613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0AA043F6-314D-4816-ABBC-CF72CABC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375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15952931-AE8D-4B39-8547-009B70957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38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1E86CFC0-8C4D-49A0-AF94-8CD67D03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572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A NOTE FROM THE EDITOR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F5AB4E44-0F71-4E1C-B63E-0C4991AE6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09700"/>
            <a:ext cx="7858125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950" b="0" i="0">
                <a:solidFill>
                  <a:srgbClr val="1F2BE0"/>
                </a:solidFill>
              </a:defRPr>
            </a:pPr>
            <a:r>
              <a:rPr sz="4950" b="0" i="0">
                <a:solidFill>
                  <a:srgbClr val="1F2BE0"/>
                </a:solidFill>
              </a:rPr>
              <a:t>“Click the text.</a:t>
            </a:r>
          </a:p>
          <a:p xmlns:a="http://schemas.openxmlformats.org/drawingml/2006/main">
            <a:pPr algn="l">
              <a:defRPr sz="4950" b="0" i="0">
                <a:solidFill>
                  <a:srgbClr val="1F2BE0"/>
                </a:solidFill>
              </a:defRPr>
            </a:pPr>
            <a:r>
              <a:rPr sz="4950" b="0" i="0">
                <a:solidFill>
                  <a:srgbClr val="1F2BE0"/>
                </a:solidFill>
              </a:rPr>
              <a:t>Move the shape.</a:t>
            </a:r>
          </a:p>
          <a:p xmlns:a="http://schemas.openxmlformats.org/drawingml/2006/main">
            <a:pPr algn="l">
              <a:defRPr sz="4950" b="0" i="0">
                <a:solidFill>
                  <a:srgbClr val="1F2BE0"/>
                </a:solidFill>
              </a:defRPr>
            </a:pPr>
            <a:r>
              <a:rPr sz="4950" b="0" i="0">
                <a:solidFill>
                  <a:srgbClr val="1F2BE0"/>
                </a:solidFill>
              </a:rPr>
              <a:t>Save the same file.”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CB45D610-2D33-4F18-83E6-AE579EB1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731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B61BDEE7-2758-4EE3-ADD2-93D735B3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WHAT THE LAUNCH VIDEO SHOULD PROVE</a:t>
            </a:r>
          </a:p>
        </p:txBody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0767E09B-5A71-4238-B949-167C487F9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1435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EDITABLE · BROWSER-NATIVE · FAMILIAR</a:t>
            </a:r>
          </a:p>
        </p:txBody>
      </p:sp>
    </p:spTree>
    <p:extLst>
      <p:ext uri="{BB962C8B-B14F-4D97-AF65-F5344CB8AC3E}">
        <p14:creationId xmlns:p14="http://schemas.microsoft.com/office/powerpoint/2010/main" val="653846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F2D762-856D-4F71-AB48-CDB9E822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859A2-92ED-489B-82BF-2FABFE20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EE8E29-8A94-4A8C-95F1-B23CE93CE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322EB6-8161-422D-95BA-333BCD828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C8389F-15F1-405E-8AEC-7575E73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E375DF-DB4A-47AF-B6D5-99BD25FB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168512-4328-4386-9388-5917EF13B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9E987-C640-43C8-820C-BED9907DE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B03936-D538-4639-964D-6696990A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B593D-625D-4634-A043-4E9BB284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B55293-E43A-4C64-A931-10A9A983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1D4E52-7C6E-433D-8C5C-45BEBD9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BE2B43-A357-4F15-8845-351DBD8F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CCAB76-7518-4B0D-9A69-A94EFA6F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DF404-DF3E-4CE4-9873-0BD3F4EBA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C29609-682D-4928-A924-CEC26C05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C90604-4679-4F71-A7F4-44301804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4A4F25-9893-44BA-A01A-53949134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06D64-ABBF-4574-9934-ABF23504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C47DB1-6622-4CE4-83F7-09CBC7AC3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77A380-4F7D-4686-BE99-B6B44397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937CA0-7CD7-48C3-9F78-4FCE25D3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F7819F-7900-40E0-93FD-6672651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1DF056-2A2D-473E-96D8-324B6A71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6D5AD-0CC2-434E-97E8-E51A5979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1B91BD-58D6-472D-B42A-72423D50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48FB0D-361F-4F94-8B1B-5E771B0F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DA94AF-3DE3-4E4D-B2DF-DD89CE54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99DECB-4377-4A89-98CA-3FA4DC4E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780A10-543E-4561-84F2-4FCC3DA2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9010D-BE9C-497B-8DDD-F34A8C5D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0DE84D-A638-4028-9984-F6418DD56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855CC8-8212-42CA-ADDB-998E7F93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A4A77A-155B-440D-B03D-ACC38CAD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7ABD3F-8D4B-42CB-8C7E-9CEA0247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EFF917-7F78-4F93-8141-5128D915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7F07D5A-3D10-43B9-BCDC-FEDAEC1A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D73EE5-70F5-419B-9CD2-7A1087E3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B57692E-2785-4E02-9C85-B0C9F3F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9CC4C63-7E1C-4E94-8499-98CC8E288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8CE3A9-8AF8-4600-8A01-79D0B129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072E08-6648-43CD-ACA7-64488252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849094F-AA7F-434C-99E9-99FF5FEC2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A4C2CF7-70AC-4E71-A3C9-D62B1698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49002C2-964A-4CD3-8D9D-8633477C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8A8F31-D3B4-4887-8C9D-C587BCAD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FF7357-A4BA-4441-A0C8-03D5E368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0677D16-231D-409F-B5E3-CB6638AF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F0ECD8E-261F-4444-BD30-124767AD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F481768-D59C-4739-8F48-344610A1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2A4988-4A93-4BA8-9240-3B8023EB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E857800-31E5-4C77-A038-00436502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03801B2-6DA3-4C69-AD93-66849A61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44BDCF5-2367-411A-B294-58E28B45B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3DFE6DF-5BDD-4A1E-8038-DBC1466EB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065BC42-43DC-4602-A0BA-ECB954C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8C03805-7E00-45C0-908E-109A0B11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D20999D-D72E-4347-88D1-68AEC105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AE9544-9394-4F12-B1B6-5CA2AD00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75DE53E-2098-4B49-9884-FDCC1DBA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58C9334-C1FB-4132-B6E6-C3B6E34B3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79073E7-33F9-4F13-A858-6B0DC58F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742C9F2-DAED-4804-95FC-622B14B36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AA2A35A-0561-4897-99B0-45D147A2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60E9DC9-55EA-4D0C-ADD8-82C4CD04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6040DA-4D87-49F2-A442-C5A8F047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C98E6F0-E7B9-48B6-9A9C-FD5D620B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07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F44A8A-2FE0-48A6-9672-974ABB2F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"/>
            <a:ext cx="685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000" b="0" i="0">
                <a:solidFill>
                  <a:srgbClr val="1F2BE0"/>
                </a:solidFill>
              </a:defRPr>
            </a:pPr>
            <a:r>
              <a:rPr sz="3000" b="0" i="0">
                <a:solidFill>
                  <a:srgbClr val="1F2BE0"/>
                </a:solidFill>
              </a:rPr>
              <a:t>The format ledger, in long.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44105D0-8870-4A92-A7F0-26C92EA5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43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EIGHT SYSTEMS · ONE COMPOSABLE SURFACE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23BC96F-8612-478D-AD54-0DFF1917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11D18C9-C003-4D01-82B6-C3A1B5D51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525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NO.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A41B42B-3361-4463-9D03-DF59253F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525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SYSTEM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2FDAAA4-97AC-41E2-A4DD-A0A3FF07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352550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WHAT IT PROVES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48BE870-7EB7-4D0C-9687-FF3D759A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352550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DEMO MOMENT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8F17AE2-3C15-443F-B90C-867EAE07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352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STATE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B3C5A12-331B-49FD-84CA-9C4EFA63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93077A1-B79B-4E9B-AA71-9C681C8D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478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01.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54CB1A2-566D-4358-BF7E-16E165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7621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Text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0AF98DD-6C26-457E-A888-1253C7817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0975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Theme and paragraph fidelity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2274D4-7F77-40D3-BD37-6F3169C2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Inline edit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24161E5-DBB4-4B20-B154-4AF4DF71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18478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2654518-912C-4F73-B859-85BF67C88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8CADA2A-5F04-44DD-8DA0-2B25D96C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02.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37ACCEF-EC69-47BF-AE3F-0A554BDA5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050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Geometry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862E09-2A25-4B21-8C9F-61C00311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526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Preset and custom shapes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C60D628-5F3E-4393-938F-C41BE30AD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526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Move + resize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649D6D0-7D63-4C65-B83E-9A0BCAEB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907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D9654F-9809-4474-A547-E6BAD027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A8AA0621-7F1B-4FE1-A25E-A68A257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03.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86120A6-9E13-4094-80A3-8C53192A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479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Media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FCC1D16-CC76-44FE-8611-F0988B25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8956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Images and embedded assets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BAEB75D-7149-43C7-9C5C-C7A559C1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Render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FEFF457-824C-4671-8D51-1530A5A4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933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3908F77-0B5C-48C8-9C00-1F33D53D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CB4315-1B56-4F4E-BAAD-E87F5C8E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766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04.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BD97F27-E474-4DC3-80C0-259DEA738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909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Tables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649BB36-05A3-436A-B038-A435BB60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385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Structured slide content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67C8CE-4204-42D7-9C5C-30D8A63E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3852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Inspect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8C0243-6081-4BEC-B7AB-1B1EF70E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4766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68A832B-F3DD-4B9D-91D9-C91CC612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290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C2CCC61-9993-4C24-9784-C644B95E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05.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2A428A8-1EA9-4ED3-A70A-4BBA2E1C6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3382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Charts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44B303D-2431-4318-9A22-6488D1CE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98145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Native presentation data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6CE50F7-3C25-48CE-AFD0-7183E8F6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8145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Render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4FF23EF-05D2-4AC7-8131-06D73F24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01955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82E2881-E783-47B9-B512-CD2CC335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E05D4C5E-47AA-4FDE-AB70-26170D95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6247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06.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2975DC0-B012-4B67-9105-BCCC7901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Navigation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89B7FA-B4AF-4FB8-B745-8EFBF9BE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2437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Large-deck responsiveness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37B44B5-5A84-4365-A0EC-D1D85DCC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Thumbnail jump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B637FF2F-F838-42AD-8277-0E2D217F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456247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9DFB2F3-EBF5-4685-BDAD-D5A96FB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BEB1D61-D9E2-4538-AD9B-C0E106AA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07.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AB22A6E-854F-4DE2-98E3-CA823E93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19675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History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6ACF393-C417-4772-BC75-809EEBE05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067300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Reversible edit operations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3D78BEF-F8C8-4E2C-8AB8-87DCA5FC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67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Undo + redo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7F17E07-01FB-4A14-84FB-88B69695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105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F81C008-DC44-404F-90ED-BD8A1A7D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57825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B7ECB53-D6C9-411C-B6E1-01D72E38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52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08.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E6F7C62-4D61-4F9E-80A9-AFA84BB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626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F2BE0"/>
                </a:solidFill>
              </a:defRPr>
            </a:pPr>
            <a:r>
              <a:rPr sz="1650" b="0" i="0">
                <a:solidFill>
                  <a:srgbClr val="1F2BE0"/>
                </a:solidFill>
              </a:rPr>
              <a:t>Package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63FBFFD-CF46-4D65-9F34-1996B477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5610225"/>
            <a:ext cx="3381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Lossless round-trip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D36481C9-807D-4E69-B0B6-ADBF444F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610225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F2BE0"/>
                </a:solidFill>
              </a:defRPr>
            </a:pPr>
            <a:r>
              <a:rPr sz="1050" b="0" i="0">
                <a:solidFill>
                  <a:srgbClr val="1F2BE0"/>
                </a:solidFill>
              </a:rPr>
              <a:t>Download PPTX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0522946-B413-401F-9D20-EA76CB6BC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56483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LIVE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B66142D-094C-4BCF-AD75-0A19F8AA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007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97528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0EB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690C68-517C-4B36-8728-841A51AF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8D998-5AB9-4BE5-9A9C-7C38C85F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B7B71-987A-4A0F-B127-70AA743E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D234C3-AEDF-44A5-9C46-36DB42151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6FBEB-C962-4199-93F1-932CD433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88D65F-0BEF-4F80-B0DD-8FEB1579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32A6D1-5D1A-473E-800B-6839F1F5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702F59-127C-4AAC-8855-BA9FC3972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6D5955-5C4B-45F1-A0DC-AB9A168B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BA72F-D27C-4896-9AEA-404D1D98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7A508-7823-4329-B4D7-A85AFFD5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2143F8-0F93-4463-8F5A-8016B739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AF222-986F-4177-8A23-CEA5630A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3E31D9-E649-42CB-BBFA-3C0E94DD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672F33-32E6-40D8-8046-312F79D5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7EBDA-6544-4181-B964-CBF1DEE5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BD468-4C34-4BAF-A1CB-5FD6828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86C3AC-4154-4F7D-855C-914E7359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738BF0-3116-4171-9E91-EDA196DA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A5D57F-0C4F-4E00-83DA-DBF79E9D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04B50A-D041-4BE0-9D30-6FB4CC91B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627E61-5AFB-401D-BECE-8644D4B8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1206868-56ED-442A-B0F6-ED8C36BF8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83CA67-4E5F-478A-8528-27201AE8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C2317-74E5-47F5-B77D-004BBB5F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34530C-3071-4D73-9CAB-3E241CB2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222FA1-A798-467C-9EE7-7E1EB164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821390-1096-4C93-83D9-51D4D821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69F222-6CFD-4C82-B2B0-4C497497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F837A1-5D75-4385-BF88-1CCC60A4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DB7D3AF-10EA-4635-8C4A-FBA2A335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2D9F00-1B55-4005-B320-329FF417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5DA6E7-E213-4B7C-AD0D-23E3870D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A637C2-ED0A-40AD-9802-749D4AA6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C666FE-40CD-456E-874D-ED1335F86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7AD4D2-2378-4E77-8EC0-C0D5EAC04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C36CAAA-FFB3-45B2-BA2D-EC4861F7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BCADDAD-5DBC-44AF-ACB2-22EC41B5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F12696-2DBE-4127-AFC0-1579BB3E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C7FBD8-4831-4CB9-AE7A-A7C62BD73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A9689A-D344-4EB6-A104-34B128E4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2DBA61-BBCC-4C01-A32D-7C141D53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C5D55D-56EC-4109-9750-DD173F8C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C8D4C00-428F-4917-8D5D-A34AC585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8F406E2-3DF6-4272-9E16-C3E21D83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14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1EDB3D-CB70-43F6-B67D-ED7D78758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A39102D-2A06-4E2D-B7AC-98F2256C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0D60DA-DFED-4D97-986B-15990302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828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8C04CA6-569A-49CB-A030-9175168D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133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794EBDF-34C7-495F-909E-F75A84AE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38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D90E5C3-DE7A-4651-B344-5ABA19651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43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7DFEC9-3675-4C88-8333-958EB691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199734F-E3B4-4B9F-AA2E-B47464C66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52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A94B98-3E52-47FA-A273-419615AD9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04095C-0B29-4CE8-B040-35F10D24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62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7744779-726B-4376-AF71-C07F805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267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FD74C7-CFA1-45C7-A47D-A5886EA2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65E79EE-3FBD-44B6-9C77-79D0A0EA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76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89BD5D-BFF3-477B-9680-F956D2984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81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CE48640-EFE1-4C91-AA82-46F88CDB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864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E59161-B3FA-4A88-8A6F-9191A121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91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19DFDDD-6D1B-455D-B70E-2F0214AD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962F8F9-E37A-4D8C-832A-FFAA33E67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008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1572B92-6A5F-448B-B5C1-83E2C8F4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05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5065395-F16E-422A-AB19-34505216C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095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A5E59C8-7BF5-4487-8E89-DEDCA9D4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6572250"/>
            <a:ext cx="11315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14B629B-4466-447B-8C3D-B44A14B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1912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 i="0">
                <a:solidFill>
                  <a:srgbClr val="1F2BE0"/>
                </a:solidFill>
              </a:defRPr>
            </a:pPr>
            <a:r>
              <a:rPr sz="900" b="0" i="0">
                <a:solidFill>
                  <a:srgbClr val="1F2BE0"/>
                </a:solidFill>
              </a:rPr>
              <a:t>08 / 08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F104C4A-0BBE-498F-8DF1-3389775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2522B6A-3BAE-4771-8773-B64F42AF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81B8B3-2EC7-4D68-AABC-F6F94A1C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832E0AC-BDF8-4DAF-9046-4911CFC6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61819B8-CCC3-460D-9306-B9ACDB17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7C6BA6-1407-4C99-95F1-E3A86E46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90EA11B-95BB-4D81-B1C5-76D4606CF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A14367F-5B8B-461E-A850-2D6C4F57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83E8D3-90B5-4091-8AE3-44019D67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248978-4DCC-491F-B3EC-49238314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0D16ED-6F66-49F7-9CC8-B16B4DF32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797171-7E52-4406-836F-7F3380AD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C035C34-D089-494C-8C92-C4A32D536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C5C64B9-1E1B-42DE-9F8C-C2688320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6578620-206F-49EA-8696-01047829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A860AAA-E59E-49FA-8DA1-DB95D16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712255-F785-4C03-A5CA-AEFAB929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45DD499-5E16-47B2-9A4A-56183B60D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A2065C0-9FBC-460B-B020-605CA65A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A037C09-BA71-4278-AC8D-C84E8355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980E291-B10A-4A2F-A198-2824338A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E65C9D4-6D01-4C83-9F17-C65D5D97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E70B2B7-15A7-4901-BE2D-E765E1D8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F1937C-86E0-449A-9469-C876FEC9C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EF9CF9A-A032-41B2-B290-07D9DD68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78CAAB3-7EAF-4D15-9175-FD0C4956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F93AC9-E7A4-420D-B7E5-4F94F65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28600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2D9216C-1DEC-495E-8784-BC27DB076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969F7A9-0332-4762-B2B5-2397ED87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5E813F-1C4C-4D55-8650-2704BAA1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B87747-6B64-45F1-AA54-A1476AA4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51CCE34-32EF-43B1-9418-22882B67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BFCA7D8-75F5-49C0-B9BB-80BB8689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0EF093E-A4ED-48C9-A93B-84E9680D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82F396C-3A15-4005-8845-EEEFBC89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A507ED3-6231-4C96-8702-2AD8C63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F2B13A7-D774-4D56-9081-83C2AFCC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7BD214B-F848-40D6-9CAF-6221E735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A233436-9357-4F34-A954-4B30041B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898783D-F5D2-4F25-A331-F33FDBE0A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06A3255-4256-454F-9BD2-70DCCE10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C700AD2F-06BD-4DC6-A6DF-6F7079A2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AF28009C-7861-4A09-8E04-E1239CED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6B8BA86-DA1C-480F-90D4-B776287D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FAA407B-5ED2-4675-AAD4-F77348F8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B1FDF941-FB40-4A08-9FBF-0E8B4E714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83F8E9C-F505-45BD-89A6-85F288143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13480F2-3DC3-4C2E-9F93-E6D23383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C3046A6-8836-4B15-AB08-7C885168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FF419A8-7C56-432C-ACA2-44F2BF0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8CA2C0B-D9BC-4921-9BB8-1ACCBDBC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C70F96-6E85-4C14-BA01-D28DBF99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E6ECD60-694A-4466-97CB-58A46634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07FE042-0499-443E-96E2-C50D7470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156B203B-D0CC-4207-AB66-7C04A534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8C84B885-96C9-40AF-AB11-743901536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D703E6C-8954-4506-98FA-4D6A724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A2C7E10-B831-41BE-9C59-2C42F7D5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5B70DC5E-3166-4952-A57E-956BF19F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44172FB-5EF6-4348-A1F4-CD09F970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16F4A805-3710-49DB-A6EA-3DAD7E9B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690DF40-D1ED-47EA-8BCE-40D776A7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B0A2476-B37C-4424-833B-5BD6B2CEA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021556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3EFEBC-4DED-49B1-8586-449D4220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6E392B8-DCDA-49A4-ABAE-AD304A92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9AE2EE1D-F3B0-46B7-898B-45A393E9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0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52F9B383-7293-4380-8E2A-08551DE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B314B37-4157-4895-B2C6-2F9CC0AD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3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AA8A067-2575-42C2-8536-3757B8269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75E4C77-79C0-4FC8-866D-44B29076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5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7E1D46DE-DFE9-4593-A68E-21013D015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2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6F5E787-4892-47D8-A94E-95FA25944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8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F903D3DF-0845-42BC-BDF9-07B4870F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4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B8F5B2C-7CE8-46C5-8EC8-5011D39C6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0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2F809A9F-5AAA-4111-B5D5-5CAA9E00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7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31E7B97-FDEA-4C56-BAA0-5356BED54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3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6EAD5B0C-CAEA-439C-A5CA-D1F5D374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9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83CA436-7B2C-47FB-BD60-3555361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5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571726A-09F3-4444-AD82-1BE02C91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2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A30D6F5-027F-4A9A-A1BE-CEC7DE4D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68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715ED9D6-8CB0-4CE2-809F-B0BCEE176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44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128F6EA5-EE75-407E-9B8D-6D1576A1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0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B39C1EB-CB05-47B6-B778-18FC1AF4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7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29B82922-49D9-488B-B595-C7053369F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73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F51DD86E-FA8B-4B5C-81D1-6F734362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49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3E3A92E-9A83-4937-BFDB-0E9E36A9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5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2E93C16-FB27-435E-80B1-75BD90C7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02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F42CAB7A-206D-4BE3-A150-EC6FD7BA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78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FB0F35C8-D71C-4921-89BF-62D014A8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4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22FAE1B-B73D-41BE-848F-CC1DE645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30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EE4C3EB-BC08-41CC-BD01-56AAC24C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70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E62E07A7-F075-48B4-A3C7-F4A25E9E1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833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792D9DE-89E2-4268-BC12-9081D40E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956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D3D75B83-305E-4C7A-BC59-150E22BE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3581" y="1814513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A666DC98-D7EA-42D6-8C1E-158348FF5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9B58A04-7621-4201-AB43-90C42A8A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48BD3EE-1806-41E6-BF8A-FB79F525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5E9087E5-0578-42EF-B52B-DF7C3740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21E0B2A-FE07-4BF5-95CD-43C2ABB5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CEBEAF1C-DD8D-4D49-8323-5FAFF9B19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A8066124-6771-4E42-B3E3-8BD63DA9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B7A4EB-F757-4E78-80D3-AE818790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92CC88C3-9D9B-4CF2-A44E-7C79F56B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25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C4C057C-C165-4354-AFE6-B0978687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01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9D648B77-2A50-4207-B6AC-D4AD4AD2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D538934D-9E51-4120-8F24-8C6E80EF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54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154BE16A-7ED6-4B27-BABD-3D434FA0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30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6A221BB3-756B-4B75-892D-D3AE39B9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06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9FB27696-AF4C-4DD9-9D55-B2771B258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3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DDEEBBE7-4B87-40F9-9F3C-40B152A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59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24BE62C4-A86A-4E7A-BAEF-82B51BA3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5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87768B45-C047-483C-9B8F-1F8A93BD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1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5B4A1E96-5EFF-4C2F-9600-FBCCFDB7C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88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E4D00E05-DDE2-4BFB-A749-8DE600AE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4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04C373F4-6172-4F09-908D-E96E57FB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40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B3C7978A-CF14-46A2-9560-C0B97D54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16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441455FD-27EC-4587-B6BB-F73228C9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3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BB112AF4-6B12-4B92-826F-6802A974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69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A70528AF-72B7-480F-8510-38D79DD4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5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A644A2CD-210F-4648-B7B7-BEC0EF80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1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CB731E39-5C10-469F-9A8A-F9B6731D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8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29A8F739-5342-4529-BB85-2BE13A36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4B443BFF-4C82-4271-8F61-62A46C60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0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F096958F-8C07-4839-B78D-4562CB393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6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01DA926F-D95C-456F-AC9B-F115CF7D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3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494A3098-9C67-4224-8957-D06E1462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79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8D17BBF8-F1BB-48DF-A3E0-1DA73FC3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55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C98A68AB-DD09-4209-B824-1F7C3FCD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31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E01D74BB-A318-463D-BBCB-BE00BCF3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08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6BC4006E-7BD4-47B4-8774-96D3DAB6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84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9A0095B1-BAD5-4D57-9F6F-B4C35E3D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606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6FC7292D-C5F8-4E64-AAB7-89142F84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69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5B17093C-12AE-4039-9DFD-8F4C47851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1315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D161CEFF-07CC-4D96-A163-BDD33DE1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8940" y="2607469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EEBFD00F-257B-4337-91AF-1D55C8EF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2A171D0D-F14B-47D3-9051-00846564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F5BB6074-4407-46B0-A2F6-58DDDF45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220F4FF4-CB74-46D7-8CBB-BCDCAD601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DD02DB08-B440-4B52-9C9E-4D2CC33A7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273258D1-863A-4D6E-B72D-57EBD7D2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DAB5C8C8-7069-44F7-8A21-8AC14CA8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2A5D793B-AA2E-4335-B893-E9DC3D6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">
            <a:extLst xmlns:a="http://schemas.openxmlformats.org/drawingml/2006/main">
              <a:ext uri="{FF2B5EF4-FFF2-40B4-BE49-F238E27FC236}">
                <a16:creationId xmlns:a16="http://schemas.microsoft.com/office/drawing/2014/main" id="{C0685AA1-58F9-47DC-8BAE-D44A1E9C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">
            <a:extLst xmlns:a="http://schemas.openxmlformats.org/drawingml/2006/main">
              <a:ext uri="{FF2B5EF4-FFF2-40B4-BE49-F238E27FC236}">
                <a16:creationId xmlns:a16="http://schemas.microsoft.com/office/drawing/2014/main" id="{DCB39BBC-87C8-4749-BEC6-4E00557E6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49DA5849-DD76-4E8D-9CE7-1A39E21F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5B0191F0-9BE8-4403-B9B2-19A83D1F7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78E2BEE4-39DF-4683-8C65-0F6D102C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6429DD6E-6A00-46E0-A7F4-09A1F1E2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E647C14D-B703-4D24-8ECB-7B0F6B7D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82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16028708-9E96-4844-A867-60991581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EF2A4F92-CD67-4A7D-A023-13BD2CE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35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0EC5198D-4191-4867-94BD-4723F67F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1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2B1D742C-0B59-4B4C-88B1-8253DCF1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87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62190E3A-BE11-4B47-8692-E94322D52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3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1A5D2077-3F29-4237-BEFC-1F981451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40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2C819995-771C-493C-81E6-50342711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16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2AFEFD1A-E70E-4923-A1C8-17289743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92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B97F20A7-63C7-43D6-9E7C-32E3E7F2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68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5675B517-D53A-4A19-8C22-0D31A800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F64B571B-7915-48B9-8FF7-DE0BDE03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21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474221B6-EE00-4CDB-B2F3-C4C02472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97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19F0F9BD-9A4E-41E5-B622-B22FF3D94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3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E9947AF-C8D1-4481-9B02-B3447C3DC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50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8F0644FE-9FD7-4154-A9B6-FB33339D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63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AB32B835-1432-4B10-991A-922F4944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026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CD15628C-61A1-425C-9279-1BFD0AD62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7888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1783CD5C-DBE6-499C-8AF4-386CB83E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5513" y="3400425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C0C2A202-C7ED-42FD-9D11-15A7ED73F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2AE808A4-6F81-417E-99B2-0C5DFAA7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15E27C82-AA00-432F-858D-6AEFADA3B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05E9764B-5A60-4E27-A25C-94923FF4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13A8B1C8-727A-4251-9764-030E6AC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8BCD9EE9-E43A-4708-9CBF-34CF3B1B9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0A249A3F-D5B0-4D6F-B3E4-85CCF020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9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B07FC89-706F-41D0-872A-1EC1B077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ACC7CC5D-173A-4A04-90EA-E49A3010C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2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751744CC-8A32-4CCB-95B0-7A29A380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8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FFE80CD2-5D68-4432-A85D-428935C1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2E8ECCB5-E566-4A35-8A7C-92C98D29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20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A58064D6-CCA4-451A-924A-B9C5D719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97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">
            <a:extLst xmlns:a="http://schemas.openxmlformats.org/drawingml/2006/main">
              <a:ext uri="{FF2B5EF4-FFF2-40B4-BE49-F238E27FC236}">
                <a16:creationId xmlns:a16="http://schemas.microsoft.com/office/drawing/2014/main" id="{86B66628-0E4B-4EDE-9E2C-70EA5AE2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622FA8CF-24D5-4177-B7D0-28B26CE6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9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0589F8D-2588-4C73-B4E9-3586DF5E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68C6A7B2-3ECB-4B19-8B2D-CE4AA69E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2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F1D3FD4A-22D1-426A-89E8-DEFEB6E5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78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1F5A9C67-180F-4454-897D-953AB626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4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671813E2-F50B-4319-A1BD-E5D5A2314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30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0CA7AF8-2224-4FB6-8DC7-87C44AC46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4C45B2B-0C94-426E-9B5B-58B0AE77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3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691A2F6-882E-4673-A686-99148E9A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59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6678215B-99D5-4C25-9809-899BC170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35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DE84E1D2-49CD-442A-9493-263906A0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2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DD6172FA-1E25-4D0D-9848-3E92F80E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88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5105D136-8A59-4DAC-B73D-9ED654D7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4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CAC14E83-0AA3-4B7B-81C5-F39FF2CB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0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3" name="">
            <a:extLst xmlns:a="http://schemas.openxmlformats.org/drawingml/2006/main">
              <a:ext uri="{FF2B5EF4-FFF2-40B4-BE49-F238E27FC236}">
                <a16:creationId xmlns:a16="http://schemas.microsoft.com/office/drawing/2014/main" id="{4307D646-0C78-45EE-B254-006C80DC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4" name="">
            <a:extLst xmlns:a="http://schemas.openxmlformats.org/drawingml/2006/main">
              <a:ext uri="{FF2B5EF4-FFF2-40B4-BE49-F238E27FC236}">
                <a16:creationId xmlns:a16="http://schemas.microsoft.com/office/drawing/2014/main" id="{7A16272A-544D-45A5-A81A-06A90F14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3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5" name="">
            <a:extLst xmlns:a="http://schemas.openxmlformats.org/drawingml/2006/main">
              <a:ext uri="{FF2B5EF4-FFF2-40B4-BE49-F238E27FC236}">
                <a16:creationId xmlns:a16="http://schemas.microsoft.com/office/drawing/2014/main" id="{17CE1C2B-5567-40D5-9275-558D80D3E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69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6" name="">
            <a:extLst xmlns:a="http://schemas.openxmlformats.org/drawingml/2006/main">
              <a:ext uri="{FF2B5EF4-FFF2-40B4-BE49-F238E27FC236}">
                <a16:creationId xmlns:a16="http://schemas.microsoft.com/office/drawing/2014/main" id="{9046B833-1C7F-412F-896C-252F5D3F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5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">
            <a:extLst xmlns:a="http://schemas.openxmlformats.org/drawingml/2006/main">
              <a:ext uri="{FF2B5EF4-FFF2-40B4-BE49-F238E27FC236}">
                <a16:creationId xmlns:a16="http://schemas.microsoft.com/office/drawing/2014/main" id="{579CD632-F56F-40EE-82B5-E49143528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22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">
            <a:extLst xmlns:a="http://schemas.openxmlformats.org/drawingml/2006/main">
              <a:ext uri="{FF2B5EF4-FFF2-40B4-BE49-F238E27FC236}">
                <a16:creationId xmlns:a16="http://schemas.microsoft.com/office/drawing/2014/main" id="{55B16E9E-DF8B-4A13-8D21-90C4998A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98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">
            <a:extLst xmlns:a="http://schemas.openxmlformats.org/drawingml/2006/main">
              <a:ext uri="{FF2B5EF4-FFF2-40B4-BE49-F238E27FC236}">
                <a16:creationId xmlns:a16="http://schemas.microsoft.com/office/drawing/2014/main" id="{14AF83C5-5953-4850-BEFA-984CDB4F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47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">
            <a:extLst xmlns:a="http://schemas.openxmlformats.org/drawingml/2006/main">
              <a:ext uri="{FF2B5EF4-FFF2-40B4-BE49-F238E27FC236}">
                <a16:creationId xmlns:a16="http://schemas.microsoft.com/office/drawing/2014/main" id="{616A6A4B-62E8-46AE-9D72-9771F4D4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09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">
            <a:extLst xmlns:a="http://schemas.openxmlformats.org/drawingml/2006/main">
              <a:ext uri="{FF2B5EF4-FFF2-40B4-BE49-F238E27FC236}">
                <a16:creationId xmlns:a16="http://schemas.microsoft.com/office/drawing/2014/main" id="{330744A3-20D4-405F-AE60-B5CD3688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2720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">
            <a:extLst xmlns:a="http://schemas.openxmlformats.org/drawingml/2006/main">
              <a:ext uri="{FF2B5EF4-FFF2-40B4-BE49-F238E27FC236}">
                <a16:creationId xmlns:a16="http://schemas.microsoft.com/office/drawing/2014/main" id="{97E77766-B4F9-4131-970A-980FCF8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0345" y="4193381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">
            <a:extLst xmlns:a="http://schemas.openxmlformats.org/drawingml/2006/main">
              <a:ext uri="{FF2B5EF4-FFF2-40B4-BE49-F238E27FC236}">
                <a16:creationId xmlns:a16="http://schemas.microsoft.com/office/drawing/2014/main" id="{7F3925F8-FA24-45FB-86AF-264BD64E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">
            <a:extLst xmlns:a="http://schemas.openxmlformats.org/drawingml/2006/main">
              <a:ext uri="{FF2B5EF4-FFF2-40B4-BE49-F238E27FC236}">
                <a16:creationId xmlns:a16="http://schemas.microsoft.com/office/drawing/2014/main" id="{63524F8F-DE15-4A78-A5E7-F3B4B797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">
            <a:extLst xmlns:a="http://schemas.openxmlformats.org/drawingml/2006/main">
              <a:ext uri="{FF2B5EF4-FFF2-40B4-BE49-F238E27FC236}">
                <a16:creationId xmlns:a16="http://schemas.microsoft.com/office/drawing/2014/main" id="{E2C39061-DFCB-4734-B9C0-991D94C0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6" name="">
            <a:extLst xmlns:a="http://schemas.openxmlformats.org/drawingml/2006/main">
              <a:ext uri="{FF2B5EF4-FFF2-40B4-BE49-F238E27FC236}">
                <a16:creationId xmlns:a16="http://schemas.microsoft.com/office/drawing/2014/main" id="{A9697064-B8DC-4E05-B9C7-FD00C743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7" name="">
            <a:extLst xmlns:a="http://schemas.openxmlformats.org/drawingml/2006/main">
              <a:ext uri="{FF2B5EF4-FFF2-40B4-BE49-F238E27FC236}">
                <a16:creationId xmlns:a16="http://schemas.microsoft.com/office/drawing/2014/main" id="{F403437E-5AE4-4D3E-A86E-402AD0E0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8" name="">
            <a:extLst xmlns:a="http://schemas.openxmlformats.org/drawingml/2006/main">
              <a:ext uri="{FF2B5EF4-FFF2-40B4-BE49-F238E27FC236}">
                <a16:creationId xmlns:a16="http://schemas.microsoft.com/office/drawing/2014/main" id="{CB3BA748-EA6D-44D0-A641-CD64F7D6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9" name="">
            <a:extLst xmlns:a="http://schemas.openxmlformats.org/drawingml/2006/main">
              <a:ext uri="{FF2B5EF4-FFF2-40B4-BE49-F238E27FC236}">
                <a16:creationId xmlns:a16="http://schemas.microsoft.com/office/drawing/2014/main" id="{8D588014-91D0-4481-A19A-3F3D379B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0" name="">
            <a:extLst xmlns:a="http://schemas.openxmlformats.org/drawingml/2006/main">
              <a:ext uri="{FF2B5EF4-FFF2-40B4-BE49-F238E27FC236}">
                <a16:creationId xmlns:a16="http://schemas.microsoft.com/office/drawing/2014/main" id="{46548C7D-15BB-4E4E-B825-EFB9E7F9C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E73DD094-1798-4747-A07B-CCF047BEE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2" name="">
            <a:extLst xmlns:a="http://schemas.openxmlformats.org/drawingml/2006/main">
              <a:ext uri="{FF2B5EF4-FFF2-40B4-BE49-F238E27FC236}">
                <a16:creationId xmlns:a16="http://schemas.microsoft.com/office/drawing/2014/main" id="{AD0ACAE8-5A3F-4962-9911-7F153B0C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3" name="">
            <a:extLst xmlns:a="http://schemas.openxmlformats.org/drawingml/2006/main">
              <a:ext uri="{FF2B5EF4-FFF2-40B4-BE49-F238E27FC236}">
                <a16:creationId xmlns:a16="http://schemas.microsoft.com/office/drawing/2014/main" id="{E313FFEE-5380-4656-B99B-69FB7C46D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4" name="">
            <a:extLst xmlns:a="http://schemas.openxmlformats.org/drawingml/2006/main">
              <a:ext uri="{FF2B5EF4-FFF2-40B4-BE49-F238E27FC236}">
                <a16:creationId xmlns:a16="http://schemas.microsoft.com/office/drawing/2014/main" id="{3A658CFD-40FF-4163-80EC-64D52B7D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5" name="">
            <a:extLst xmlns:a="http://schemas.openxmlformats.org/drawingml/2006/main">
              <a:ext uri="{FF2B5EF4-FFF2-40B4-BE49-F238E27FC236}">
                <a16:creationId xmlns:a16="http://schemas.microsoft.com/office/drawing/2014/main" id="{B196B8B7-18D4-4C98-9A9A-ACDAC1515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6" name="">
            <a:extLst xmlns:a="http://schemas.openxmlformats.org/drawingml/2006/main">
              <a:ext uri="{FF2B5EF4-FFF2-40B4-BE49-F238E27FC236}">
                <a16:creationId xmlns:a16="http://schemas.microsoft.com/office/drawing/2014/main" id="{464ECF83-7709-43C9-BF6A-547F5F7D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7" name="">
            <a:extLst xmlns:a="http://schemas.openxmlformats.org/drawingml/2006/main">
              <a:ext uri="{FF2B5EF4-FFF2-40B4-BE49-F238E27FC236}">
                <a16:creationId xmlns:a16="http://schemas.microsoft.com/office/drawing/2014/main" id="{58FFDF0C-89BC-4A39-BBF1-475F2C2A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E06E7DF8-6609-4283-A92E-9521FAD4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9" name="">
            <a:extLst xmlns:a="http://schemas.openxmlformats.org/drawingml/2006/main">
              <a:ext uri="{FF2B5EF4-FFF2-40B4-BE49-F238E27FC236}">
                <a16:creationId xmlns:a16="http://schemas.microsoft.com/office/drawing/2014/main" id="{19C9BFC2-201B-4D1B-98ED-8569E9AE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0" name="">
            <a:extLst xmlns:a="http://schemas.openxmlformats.org/drawingml/2006/main">
              <a:ext uri="{FF2B5EF4-FFF2-40B4-BE49-F238E27FC236}">
                <a16:creationId xmlns:a16="http://schemas.microsoft.com/office/drawing/2014/main" id="{68DE06B6-EE9B-4670-9E65-39288B9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1" name="">
            <a:extLst xmlns:a="http://schemas.openxmlformats.org/drawingml/2006/main">
              <a:ext uri="{FF2B5EF4-FFF2-40B4-BE49-F238E27FC236}">
                <a16:creationId xmlns:a16="http://schemas.microsoft.com/office/drawing/2014/main" id="{59C30293-69AB-40D8-A597-E35905A7A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2" name="">
            <a:extLst xmlns:a="http://schemas.openxmlformats.org/drawingml/2006/main">
              <a:ext uri="{FF2B5EF4-FFF2-40B4-BE49-F238E27FC236}">
                <a16:creationId xmlns:a16="http://schemas.microsoft.com/office/drawing/2014/main" id="{AC4D8240-284D-4C52-8C4E-E342F79A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3" name="">
            <a:extLst xmlns:a="http://schemas.openxmlformats.org/drawingml/2006/main">
              <a:ext uri="{FF2B5EF4-FFF2-40B4-BE49-F238E27FC236}">
                <a16:creationId xmlns:a16="http://schemas.microsoft.com/office/drawing/2014/main" id="{8AF8ADF3-42CA-4126-A806-86DD5E23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4" name="">
            <a:extLst xmlns:a="http://schemas.openxmlformats.org/drawingml/2006/main">
              <a:ext uri="{FF2B5EF4-FFF2-40B4-BE49-F238E27FC236}">
                <a16:creationId xmlns:a16="http://schemas.microsoft.com/office/drawing/2014/main" id="{27DD75FA-B43A-438F-A0C4-CD73BFD64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5" name="">
            <a:extLst xmlns:a="http://schemas.openxmlformats.org/drawingml/2006/main">
              <a:ext uri="{FF2B5EF4-FFF2-40B4-BE49-F238E27FC236}">
                <a16:creationId xmlns:a16="http://schemas.microsoft.com/office/drawing/2014/main" id="{5D42768D-3B77-4145-9360-A43880D0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6" name="">
            <a:extLst xmlns:a="http://schemas.openxmlformats.org/drawingml/2006/main">
              <a:ext uri="{FF2B5EF4-FFF2-40B4-BE49-F238E27FC236}">
                <a16:creationId xmlns:a16="http://schemas.microsoft.com/office/drawing/2014/main" id="{F9D3E97E-6139-4261-841E-7F7B1D82F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7" name="">
            <a:extLst xmlns:a="http://schemas.openxmlformats.org/drawingml/2006/main">
              <a:ext uri="{FF2B5EF4-FFF2-40B4-BE49-F238E27FC236}">
                <a16:creationId xmlns:a16="http://schemas.microsoft.com/office/drawing/2014/main" id="{B4F91FAF-3CD0-449A-A03D-31ECF9D1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8" name="">
            <a:extLst xmlns:a="http://schemas.openxmlformats.org/drawingml/2006/main">
              <a:ext uri="{FF2B5EF4-FFF2-40B4-BE49-F238E27FC236}">
                <a16:creationId xmlns:a16="http://schemas.microsoft.com/office/drawing/2014/main" id="{ED34BCD4-1265-4ECA-B43F-7471CCAD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9" name="">
            <a:extLst xmlns:a="http://schemas.openxmlformats.org/drawingml/2006/main">
              <a:ext uri="{FF2B5EF4-FFF2-40B4-BE49-F238E27FC236}">
                <a16:creationId xmlns:a16="http://schemas.microsoft.com/office/drawing/2014/main" id="{D1130FEB-85A6-4B5C-9D32-27677DBA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0" name="">
            <a:extLst xmlns:a="http://schemas.openxmlformats.org/drawingml/2006/main">
              <a:ext uri="{FF2B5EF4-FFF2-40B4-BE49-F238E27FC236}">
                <a16:creationId xmlns:a16="http://schemas.microsoft.com/office/drawing/2014/main" id="{0E4B1970-DBFE-49DA-B84F-8614EA95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1" name="">
            <a:extLst xmlns:a="http://schemas.openxmlformats.org/drawingml/2006/main">
              <a:ext uri="{FF2B5EF4-FFF2-40B4-BE49-F238E27FC236}">
                <a16:creationId xmlns:a16="http://schemas.microsoft.com/office/drawing/2014/main" id="{33071852-66A8-4575-8CF1-D0DB14D6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986338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2" name="">
            <a:extLst xmlns:a="http://schemas.openxmlformats.org/drawingml/2006/main">
              <a:ext uri="{FF2B5EF4-FFF2-40B4-BE49-F238E27FC236}">
                <a16:creationId xmlns:a16="http://schemas.microsoft.com/office/drawing/2014/main" id="{E0EB867F-A39C-43F2-9580-8071C08EC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3" name="">
            <a:extLst xmlns:a="http://schemas.openxmlformats.org/drawingml/2006/main">
              <a:ext uri="{FF2B5EF4-FFF2-40B4-BE49-F238E27FC236}">
                <a16:creationId xmlns:a16="http://schemas.microsoft.com/office/drawing/2014/main" id="{4128DE33-B685-43CC-921A-C944F9FFB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4" name="">
            <a:extLst xmlns:a="http://schemas.openxmlformats.org/drawingml/2006/main">
              <a:ext uri="{FF2B5EF4-FFF2-40B4-BE49-F238E27FC236}">
                <a16:creationId xmlns:a16="http://schemas.microsoft.com/office/drawing/2014/main" id="{92D57D71-1232-46B1-932B-7EA5E9C8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5" name="">
            <a:extLst xmlns:a="http://schemas.openxmlformats.org/drawingml/2006/main">
              <a:ext uri="{FF2B5EF4-FFF2-40B4-BE49-F238E27FC236}">
                <a16:creationId xmlns:a16="http://schemas.microsoft.com/office/drawing/2014/main" id="{07B9264E-6015-42E4-8B6F-E2D1C110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6" name="">
            <a:extLst xmlns:a="http://schemas.openxmlformats.org/drawingml/2006/main">
              <a:ext uri="{FF2B5EF4-FFF2-40B4-BE49-F238E27FC236}">
                <a16:creationId xmlns:a16="http://schemas.microsoft.com/office/drawing/2014/main" id="{76A8C1B1-C681-4312-9D9A-3CA214F0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7" name="">
            <a:extLst xmlns:a="http://schemas.openxmlformats.org/drawingml/2006/main">
              <a:ext uri="{FF2B5EF4-FFF2-40B4-BE49-F238E27FC236}">
                <a16:creationId xmlns:a16="http://schemas.microsoft.com/office/drawing/2014/main" id="{95D8CA34-74B7-479F-9EFA-7EED29F2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8" name="">
            <a:extLst xmlns:a="http://schemas.openxmlformats.org/drawingml/2006/main">
              <a:ext uri="{FF2B5EF4-FFF2-40B4-BE49-F238E27FC236}">
                <a16:creationId xmlns:a16="http://schemas.microsoft.com/office/drawing/2014/main" id="{652E2038-F7AF-4B1C-A152-8155B89D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39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9" name="">
            <a:extLst xmlns:a="http://schemas.openxmlformats.org/drawingml/2006/main">
              <a:ext uri="{FF2B5EF4-FFF2-40B4-BE49-F238E27FC236}">
                <a16:creationId xmlns:a16="http://schemas.microsoft.com/office/drawing/2014/main" id="{1BA8393E-F518-4F25-8964-857EDC0E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16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0" name="">
            <a:extLst xmlns:a="http://schemas.openxmlformats.org/drawingml/2006/main">
              <a:ext uri="{FF2B5EF4-FFF2-40B4-BE49-F238E27FC236}">
                <a16:creationId xmlns:a16="http://schemas.microsoft.com/office/drawing/2014/main" id="{6D417613-968A-43ED-AE2C-187EAFA4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2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1" name="">
            <a:extLst xmlns:a="http://schemas.openxmlformats.org/drawingml/2006/main">
              <a:ext uri="{FF2B5EF4-FFF2-40B4-BE49-F238E27FC236}">
                <a16:creationId xmlns:a16="http://schemas.microsoft.com/office/drawing/2014/main" id="{012A8A1F-F676-41C5-A5C8-9D496ECBC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68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">
            <a:extLst xmlns:a="http://schemas.openxmlformats.org/drawingml/2006/main">
              <a:ext uri="{FF2B5EF4-FFF2-40B4-BE49-F238E27FC236}">
                <a16:creationId xmlns:a16="http://schemas.microsoft.com/office/drawing/2014/main" id="{D7C946DD-DFBB-48C9-AA06-F406FFAC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44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">
            <a:extLst xmlns:a="http://schemas.openxmlformats.org/drawingml/2006/main">
              <a:ext uri="{FF2B5EF4-FFF2-40B4-BE49-F238E27FC236}">
                <a16:creationId xmlns:a16="http://schemas.microsoft.com/office/drawing/2014/main" id="{8A67D647-DA43-44DA-9503-82DFE500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1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">
            <a:extLst xmlns:a="http://schemas.openxmlformats.org/drawingml/2006/main">
              <a:ext uri="{FF2B5EF4-FFF2-40B4-BE49-F238E27FC236}">
                <a16:creationId xmlns:a16="http://schemas.microsoft.com/office/drawing/2014/main" id="{061DD5CC-C25C-470A-BF95-016E6BD1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97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">
            <a:extLst xmlns:a="http://schemas.openxmlformats.org/drawingml/2006/main">
              <a:ext uri="{FF2B5EF4-FFF2-40B4-BE49-F238E27FC236}">
                <a16:creationId xmlns:a16="http://schemas.microsoft.com/office/drawing/2014/main" id="{6B9151EB-8767-4AAE-96B0-83213B7F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73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">
            <a:extLst xmlns:a="http://schemas.openxmlformats.org/drawingml/2006/main">
              <a:ext uri="{FF2B5EF4-FFF2-40B4-BE49-F238E27FC236}">
                <a16:creationId xmlns:a16="http://schemas.microsoft.com/office/drawing/2014/main" id="{38652DB7-CD3F-4C2E-B032-5A4D99531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49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12D1D159-471C-4188-BDD9-96AF816BF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6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">
            <a:extLst xmlns:a="http://schemas.openxmlformats.org/drawingml/2006/main">
              <a:ext uri="{FF2B5EF4-FFF2-40B4-BE49-F238E27FC236}">
                <a16:creationId xmlns:a16="http://schemas.microsoft.com/office/drawing/2014/main" id="{7488EC22-106B-4CE4-9E02-0FAC63DF8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02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">
            <a:extLst xmlns:a="http://schemas.openxmlformats.org/drawingml/2006/main">
              <a:ext uri="{FF2B5EF4-FFF2-40B4-BE49-F238E27FC236}">
                <a16:creationId xmlns:a16="http://schemas.microsoft.com/office/drawing/2014/main" id="{4919E232-C522-4032-94C9-7533B3D38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8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">
            <a:extLst xmlns:a="http://schemas.openxmlformats.org/drawingml/2006/main">
              <a:ext uri="{FF2B5EF4-FFF2-40B4-BE49-F238E27FC236}">
                <a16:creationId xmlns:a16="http://schemas.microsoft.com/office/drawing/2014/main" id="{645F680C-DE0F-4C02-844C-E807CFDD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">
            <a:extLst xmlns:a="http://schemas.openxmlformats.org/drawingml/2006/main">
              <a:ext uri="{FF2B5EF4-FFF2-40B4-BE49-F238E27FC236}">
                <a16:creationId xmlns:a16="http://schemas.microsoft.com/office/drawing/2014/main" id="{4B81E33E-775A-45A2-9E25-7079940C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31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">
            <a:extLst xmlns:a="http://schemas.openxmlformats.org/drawingml/2006/main">
              <a:ext uri="{FF2B5EF4-FFF2-40B4-BE49-F238E27FC236}">
                <a16:creationId xmlns:a16="http://schemas.microsoft.com/office/drawing/2014/main" id="{392F33A4-BA26-497B-8EF9-4DDB5D60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07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">
            <a:extLst xmlns:a="http://schemas.openxmlformats.org/drawingml/2006/main">
              <a:ext uri="{FF2B5EF4-FFF2-40B4-BE49-F238E27FC236}">
                <a16:creationId xmlns:a16="http://schemas.microsoft.com/office/drawing/2014/main" id="{92352996-73B9-44B2-8F35-09EF2682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">
            <a:extLst xmlns:a="http://schemas.openxmlformats.org/drawingml/2006/main">
              <a:ext uri="{FF2B5EF4-FFF2-40B4-BE49-F238E27FC236}">
                <a16:creationId xmlns:a16="http://schemas.microsoft.com/office/drawing/2014/main" id="{0B0E2D9F-EFB5-4995-8108-6E216B9D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5" name="">
            <a:extLst xmlns:a="http://schemas.openxmlformats.org/drawingml/2006/main">
              <a:ext uri="{FF2B5EF4-FFF2-40B4-BE49-F238E27FC236}">
                <a16:creationId xmlns:a16="http://schemas.microsoft.com/office/drawing/2014/main" id="{6D8A733C-E7CF-4883-A60B-4DC5AFC9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6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6" name="">
            <a:extLst xmlns:a="http://schemas.openxmlformats.org/drawingml/2006/main">
              <a:ext uri="{FF2B5EF4-FFF2-40B4-BE49-F238E27FC236}">
                <a16:creationId xmlns:a16="http://schemas.microsoft.com/office/drawing/2014/main" id="{4F810FF1-0F77-4C2C-8E68-D40DE87A6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7" name="">
            <a:extLst xmlns:a="http://schemas.openxmlformats.org/drawingml/2006/main">
              <a:ext uri="{FF2B5EF4-FFF2-40B4-BE49-F238E27FC236}">
                <a16:creationId xmlns:a16="http://schemas.microsoft.com/office/drawing/2014/main" id="{E8DBED10-F829-4B93-AD8D-34E764AF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8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8" name="">
            <a:extLst xmlns:a="http://schemas.openxmlformats.org/drawingml/2006/main">
              <a:ext uri="{FF2B5EF4-FFF2-40B4-BE49-F238E27FC236}">
                <a16:creationId xmlns:a16="http://schemas.microsoft.com/office/drawing/2014/main" id="{D0F2C40D-4B34-4A81-A30F-873E69E1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4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9" name="">
            <a:extLst xmlns:a="http://schemas.openxmlformats.org/drawingml/2006/main">
              <a:ext uri="{FF2B5EF4-FFF2-40B4-BE49-F238E27FC236}">
                <a16:creationId xmlns:a16="http://schemas.microsoft.com/office/drawing/2014/main" id="{A5C5E06A-6DB4-452A-8118-6E07111F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1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0" name="">
            <a:extLst xmlns:a="http://schemas.openxmlformats.org/drawingml/2006/main">
              <a:ext uri="{FF2B5EF4-FFF2-40B4-BE49-F238E27FC236}">
                <a16:creationId xmlns:a16="http://schemas.microsoft.com/office/drawing/2014/main" id="{85CD4F00-D4AC-4B5C-ACBB-0BF5321A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1" name="">
            <a:extLst xmlns:a="http://schemas.openxmlformats.org/drawingml/2006/main">
              <a:ext uri="{FF2B5EF4-FFF2-40B4-BE49-F238E27FC236}">
                <a16:creationId xmlns:a16="http://schemas.microsoft.com/office/drawing/2014/main" id="{EB664BF2-0F1A-4FC9-BD1A-0DF8F4704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93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2" name="">
            <a:extLst xmlns:a="http://schemas.openxmlformats.org/drawingml/2006/main">
              <a:ext uri="{FF2B5EF4-FFF2-40B4-BE49-F238E27FC236}">
                <a16:creationId xmlns:a16="http://schemas.microsoft.com/office/drawing/2014/main" id="{EE9EC6D8-0DA4-4547-AB00-DCD4CFB5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698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3" name="">
            <a:extLst xmlns:a="http://schemas.openxmlformats.org/drawingml/2006/main">
              <a:ext uri="{FF2B5EF4-FFF2-40B4-BE49-F238E27FC236}">
                <a16:creationId xmlns:a16="http://schemas.microsoft.com/office/drawing/2014/main" id="{F7284A82-703F-4A88-882E-18BE564A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461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">
            <a:extLst xmlns:a="http://schemas.openxmlformats.org/drawingml/2006/main">
              <a:ext uri="{FF2B5EF4-FFF2-40B4-BE49-F238E27FC236}">
                <a16:creationId xmlns:a16="http://schemas.microsoft.com/office/drawing/2014/main" id="{C0AB15C3-1C2F-4AB3-9C1A-EC1B4C784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">
            <a:extLst xmlns:a="http://schemas.openxmlformats.org/drawingml/2006/main">
              <a:ext uri="{FF2B5EF4-FFF2-40B4-BE49-F238E27FC236}">
                <a16:creationId xmlns:a16="http://schemas.microsoft.com/office/drawing/2014/main" id="{CD68F74F-BF0D-4087-B478-51577F0E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9863" y="5779294"/>
            <a:ext cx="13335" cy="7739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6" name="">
            <a:extLst xmlns:a="http://schemas.openxmlformats.org/drawingml/2006/main">
              <a:ext uri="{FF2B5EF4-FFF2-40B4-BE49-F238E27FC236}">
                <a16:creationId xmlns:a16="http://schemas.microsoft.com/office/drawing/2014/main" id="{D7AB3FFE-6D90-4B13-89B9-5435D5DF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8382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LAUNCH · DICEUI PRESENTATIONS</a:t>
            </a:r>
          </a:p>
        </p:txBody>
      </p:sp>
      <p:sp>
        <p:nvSpPr>
          <p:cNvPr id="337" name="">
            <a:extLst xmlns:a="http://schemas.openxmlformats.org/drawingml/2006/main">
              <a:ext uri="{FF2B5EF4-FFF2-40B4-BE49-F238E27FC236}">
                <a16:creationId xmlns:a16="http://schemas.microsoft.com/office/drawing/2014/main" id="{56CB487A-8821-4615-B17E-7CED088E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352550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1F2BE0"/>
                </a:solidFill>
              </a:defRPr>
            </a:pPr>
            <a:r>
              <a:rPr sz="5100" b="0" i="0">
                <a:solidFill>
                  <a:srgbClr val="1F2BE0"/>
                </a:solidFill>
              </a:rPr>
              <a:t>Build your own</a:t>
            </a:r>
          </a:p>
          <a:p xmlns:a="http://schemas.openxmlformats.org/drawingml/2006/main">
            <a:pPr algn="l">
              <a:defRPr sz="5100" b="0" i="0">
                <a:solidFill>
                  <a:srgbClr val="1F2BE0"/>
                </a:solidFill>
              </a:defRPr>
            </a:pPr>
            <a:r>
              <a:rPr sz="5100" b="0" i="0">
                <a:solidFill>
                  <a:srgbClr val="1F2BE0"/>
                </a:solidFill>
              </a:rPr>
              <a:t>PowerPoint experience.</a:t>
            </a:r>
          </a:p>
        </p:txBody>
      </p:sp>
      <p:sp>
        <p:nvSpPr>
          <p:cNvPr id="338" name="">
            <a:extLst xmlns:a="http://schemas.openxmlformats.org/drawingml/2006/main">
              <a:ext uri="{FF2B5EF4-FFF2-40B4-BE49-F238E27FC236}">
                <a16:creationId xmlns:a16="http://schemas.microsoft.com/office/drawing/2014/main" id="{3B5B5FD3-1549-40BB-8DDD-C06185A4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9" name="">
            <a:extLst xmlns:a="http://schemas.openxmlformats.org/drawingml/2006/main">
              <a:ext uri="{FF2B5EF4-FFF2-40B4-BE49-F238E27FC236}">
                <a16:creationId xmlns:a16="http://schemas.microsoft.com/office/drawing/2014/main" id="{847E024A-BC31-442F-A987-4B0F7048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">
            <a:extLst xmlns:a="http://schemas.openxmlformats.org/drawingml/2006/main">
              <a:ext uri="{FF2B5EF4-FFF2-40B4-BE49-F238E27FC236}">
                <a16:creationId xmlns:a16="http://schemas.microsoft.com/office/drawing/2014/main" id="{6CB61928-BABE-4F32-B899-E24EBA8D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">
            <a:extLst xmlns:a="http://schemas.openxmlformats.org/drawingml/2006/main">
              <a:ext uri="{FF2B5EF4-FFF2-40B4-BE49-F238E27FC236}">
                <a16:creationId xmlns:a16="http://schemas.microsoft.com/office/drawing/2014/main" id="{74194DC2-FEC7-4399-851C-917C9D29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2" name="">
            <a:extLst xmlns:a="http://schemas.openxmlformats.org/drawingml/2006/main">
              <a:ext uri="{FF2B5EF4-FFF2-40B4-BE49-F238E27FC236}">
                <a16:creationId xmlns:a16="http://schemas.microsoft.com/office/drawing/2014/main" id="{E82CFA5E-4DBD-4837-ACC8-60ABB608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3" name="">
            <a:extLst xmlns:a="http://schemas.openxmlformats.org/drawingml/2006/main">
              <a:ext uri="{FF2B5EF4-FFF2-40B4-BE49-F238E27FC236}">
                <a16:creationId xmlns:a16="http://schemas.microsoft.com/office/drawing/2014/main" id="{43496E39-4960-4C05-9239-63920EEE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4" name="">
            <a:extLst xmlns:a="http://schemas.openxmlformats.org/drawingml/2006/main">
              <a:ext uri="{FF2B5EF4-FFF2-40B4-BE49-F238E27FC236}">
                <a16:creationId xmlns:a16="http://schemas.microsoft.com/office/drawing/2014/main" id="{28938C66-8210-40EF-BEFE-AEFFEE05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">
            <a:extLst xmlns:a="http://schemas.openxmlformats.org/drawingml/2006/main">
              <a:ext uri="{FF2B5EF4-FFF2-40B4-BE49-F238E27FC236}">
                <a16:creationId xmlns:a16="http://schemas.microsoft.com/office/drawing/2014/main" id="{9DD6DABE-7B76-4144-B818-723DDF2F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3338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6" name="">
            <a:extLst xmlns:a="http://schemas.openxmlformats.org/drawingml/2006/main">
              <a:ext uri="{FF2B5EF4-FFF2-40B4-BE49-F238E27FC236}">
                <a16:creationId xmlns:a16="http://schemas.microsoft.com/office/drawing/2014/main" id="{B322A501-32E0-4F5B-ADF5-4CA865997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7" name="">
            <a:extLst xmlns:a="http://schemas.openxmlformats.org/drawingml/2006/main">
              <a:ext uri="{FF2B5EF4-FFF2-40B4-BE49-F238E27FC236}">
                <a16:creationId xmlns:a16="http://schemas.microsoft.com/office/drawing/2014/main" id="{8661DB34-4D8D-48DB-977E-943318C7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8" name="">
            <a:extLst xmlns:a="http://schemas.openxmlformats.org/drawingml/2006/main">
              <a:ext uri="{FF2B5EF4-FFF2-40B4-BE49-F238E27FC236}">
                <a16:creationId xmlns:a16="http://schemas.microsoft.com/office/drawing/2014/main" id="{EE76F1AB-0C6C-4732-AF91-A2C71DF0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">
            <a:extLst xmlns:a="http://schemas.openxmlformats.org/drawingml/2006/main">
              <a:ext uri="{FF2B5EF4-FFF2-40B4-BE49-F238E27FC236}">
                <a16:creationId xmlns:a16="http://schemas.microsoft.com/office/drawing/2014/main" id="{A5B80C94-FA5B-4415-B67A-9645208B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">
            <a:extLst xmlns:a="http://schemas.openxmlformats.org/drawingml/2006/main">
              <a:ext uri="{FF2B5EF4-FFF2-40B4-BE49-F238E27FC236}">
                <a16:creationId xmlns:a16="http://schemas.microsoft.com/office/drawing/2014/main" id="{24DC7874-1F2C-4D9E-92CB-94B2D250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">
            <a:extLst xmlns:a="http://schemas.openxmlformats.org/drawingml/2006/main">
              <a:ext uri="{FF2B5EF4-FFF2-40B4-BE49-F238E27FC236}">
                <a16:creationId xmlns:a16="http://schemas.microsoft.com/office/drawing/2014/main" id="{5CA64B5D-E8E7-4379-98F7-C85192DD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">
            <a:extLst xmlns:a="http://schemas.openxmlformats.org/drawingml/2006/main">
              <a:ext uri="{FF2B5EF4-FFF2-40B4-BE49-F238E27FC236}">
                <a16:creationId xmlns:a16="http://schemas.microsoft.com/office/drawing/2014/main" id="{12F70F36-8632-45DC-815C-1701500F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">
            <a:extLst xmlns:a="http://schemas.openxmlformats.org/drawingml/2006/main">
              <a:ext uri="{FF2B5EF4-FFF2-40B4-BE49-F238E27FC236}">
                <a16:creationId xmlns:a16="http://schemas.microsoft.com/office/drawing/2014/main" id="{D2AE3210-C4C6-4059-A06C-B3D770A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481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">
            <a:extLst xmlns:a="http://schemas.openxmlformats.org/drawingml/2006/main">
              <a:ext uri="{FF2B5EF4-FFF2-40B4-BE49-F238E27FC236}">
                <a16:creationId xmlns:a16="http://schemas.microsoft.com/office/drawing/2014/main" id="{EC214508-DE2A-4884-9DAA-52332884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">
            <a:extLst xmlns:a="http://schemas.openxmlformats.org/drawingml/2006/main">
              <a:ext uri="{FF2B5EF4-FFF2-40B4-BE49-F238E27FC236}">
                <a16:creationId xmlns:a16="http://schemas.microsoft.com/office/drawing/2014/main" id="{83AB90C6-9958-4A1F-AD2C-545A1BEB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">
            <a:extLst xmlns:a="http://schemas.openxmlformats.org/drawingml/2006/main">
              <a:ext uri="{FF2B5EF4-FFF2-40B4-BE49-F238E27FC236}">
                <a16:creationId xmlns:a16="http://schemas.microsoft.com/office/drawing/2014/main" id="{7801306E-22A0-4EAD-8CB3-8BAFDF8E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">
            <a:extLst xmlns:a="http://schemas.openxmlformats.org/drawingml/2006/main">
              <a:ext uri="{FF2B5EF4-FFF2-40B4-BE49-F238E27FC236}">
                <a16:creationId xmlns:a16="http://schemas.microsoft.com/office/drawing/2014/main" id="{77EE5F60-47A8-44CE-B030-5F611E99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">
            <a:extLst xmlns:a="http://schemas.openxmlformats.org/drawingml/2006/main">
              <a:ext uri="{FF2B5EF4-FFF2-40B4-BE49-F238E27FC236}">
                <a16:creationId xmlns:a16="http://schemas.microsoft.com/office/drawing/2014/main" id="{20C0B7A5-B2D4-4B50-959B-A11E472E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">
            <a:extLst xmlns:a="http://schemas.openxmlformats.org/drawingml/2006/main">
              <a:ext uri="{FF2B5EF4-FFF2-40B4-BE49-F238E27FC236}">
                <a16:creationId xmlns:a16="http://schemas.microsoft.com/office/drawing/2014/main" id="{8277E807-E429-4764-BEFD-7CF6EF8E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0" name="">
            <a:extLst xmlns:a="http://schemas.openxmlformats.org/drawingml/2006/main">
              <a:ext uri="{FF2B5EF4-FFF2-40B4-BE49-F238E27FC236}">
                <a16:creationId xmlns:a16="http://schemas.microsoft.com/office/drawing/2014/main" id="{59C2A80D-6311-403F-A9CA-1451A24A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1" name="">
            <a:extLst xmlns:a="http://schemas.openxmlformats.org/drawingml/2006/main">
              <a:ext uri="{FF2B5EF4-FFF2-40B4-BE49-F238E27FC236}">
                <a16:creationId xmlns:a16="http://schemas.microsoft.com/office/drawing/2014/main" id="{DCBE1DC6-332F-4348-93C8-D0D5CAB57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624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2" name="">
            <a:extLst xmlns:a="http://schemas.openxmlformats.org/drawingml/2006/main">
              <a:ext uri="{FF2B5EF4-FFF2-40B4-BE49-F238E27FC236}">
                <a16:creationId xmlns:a16="http://schemas.microsoft.com/office/drawing/2014/main" id="{D599FC8B-C24B-4130-934E-84165D9C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3" name="">
            <a:extLst xmlns:a="http://schemas.openxmlformats.org/drawingml/2006/main">
              <a:ext uri="{FF2B5EF4-FFF2-40B4-BE49-F238E27FC236}">
                <a16:creationId xmlns:a16="http://schemas.microsoft.com/office/drawing/2014/main" id="{088438BC-9CDB-4C03-B809-7C1A891E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4" name="">
            <a:extLst xmlns:a="http://schemas.openxmlformats.org/drawingml/2006/main">
              <a:ext uri="{FF2B5EF4-FFF2-40B4-BE49-F238E27FC236}">
                <a16:creationId xmlns:a16="http://schemas.microsoft.com/office/drawing/2014/main" id="{BB241AD3-9679-4119-A687-53741E93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5" name="">
            <a:extLst xmlns:a="http://schemas.openxmlformats.org/drawingml/2006/main">
              <a:ext uri="{FF2B5EF4-FFF2-40B4-BE49-F238E27FC236}">
                <a16:creationId xmlns:a16="http://schemas.microsoft.com/office/drawing/2014/main" id="{5B23B421-98D8-4745-ABA0-6BF82AAB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6" name="">
            <a:extLst xmlns:a="http://schemas.openxmlformats.org/drawingml/2006/main">
              <a:ext uri="{FF2B5EF4-FFF2-40B4-BE49-F238E27FC236}">
                <a16:creationId xmlns:a16="http://schemas.microsoft.com/office/drawing/2014/main" id="{4237A6AA-7945-4C7E-B2D9-38153416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7" name="">
            <a:extLst xmlns:a="http://schemas.openxmlformats.org/drawingml/2006/main">
              <a:ext uri="{FF2B5EF4-FFF2-40B4-BE49-F238E27FC236}">
                <a16:creationId xmlns:a16="http://schemas.microsoft.com/office/drawing/2014/main" id="{EF0C5B4F-6F0A-4FD5-90DD-9C9251778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8" name="">
            <a:extLst xmlns:a="http://schemas.openxmlformats.org/drawingml/2006/main">
              <a:ext uri="{FF2B5EF4-FFF2-40B4-BE49-F238E27FC236}">
                <a16:creationId xmlns:a16="http://schemas.microsoft.com/office/drawing/2014/main" id="{D7E5F0BB-EFCC-4542-AD34-F1CB9F9A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9" name="">
            <a:extLst xmlns:a="http://schemas.openxmlformats.org/drawingml/2006/main">
              <a:ext uri="{FF2B5EF4-FFF2-40B4-BE49-F238E27FC236}">
                <a16:creationId xmlns:a16="http://schemas.microsoft.com/office/drawing/2014/main" id="{929494A3-04BA-4677-ABA2-72F8F4BD9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767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0" name="">
            <a:extLst xmlns:a="http://schemas.openxmlformats.org/drawingml/2006/main">
              <a:ext uri="{FF2B5EF4-FFF2-40B4-BE49-F238E27FC236}">
                <a16:creationId xmlns:a16="http://schemas.microsoft.com/office/drawing/2014/main" id="{C17D10D4-1166-462F-880B-043EA6C2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">
            <a:extLst xmlns:a="http://schemas.openxmlformats.org/drawingml/2006/main">
              <a:ext uri="{FF2B5EF4-FFF2-40B4-BE49-F238E27FC236}">
                <a16:creationId xmlns:a16="http://schemas.microsoft.com/office/drawing/2014/main" id="{9762E904-ADF0-4C45-9745-7AB002EF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">
            <a:extLst xmlns:a="http://schemas.openxmlformats.org/drawingml/2006/main">
              <a:ext uri="{FF2B5EF4-FFF2-40B4-BE49-F238E27FC236}">
                <a16:creationId xmlns:a16="http://schemas.microsoft.com/office/drawing/2014/main" id="{D394119C-198F-4F6E-95A8-9936BC25E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">
            <a:extLst xmlns:a="http://schemas.openxmlformats.org/drawingml/2006/main">
              <a:ext uri="{FF2B5EF4-FFF2-40B4-BE49-F238E27FC236}">
                <a16:creationId xmlns:a16="http://schemas.microsoft.com/office/drawing/2014/main" id="{DDFB9034-662E-4237-884D-393A90B9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">
            <a:extLst xmlns:a="http://schemas.openxmlformats.org/drawingml/2006/main">
              <a:ext uri="{FF2B5EF4-FFF2-40B4-BE49-F238E27FC236}">
                <a16:creationId xmlns:a16="http://schemas.microsoft.com/office/drawing/2014/main" id="{F50D384F-7BA1-4F76-959C-5A66D5BCA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">
            <a:extLst xmlns:a="http://schemas.openxmlformats.org/drawingml/2006/main">
              <a:ext uri="{FF2B5EF4-FFF2-40B4-BE49-F238E27FC236}">
                <a16:creationId xmlns:a16="http://schemas.microsoft.com/office/drawing/2014/main" id="{C605EF60-4CD6-43A1-993B-2B9212FF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">
            <a:extLst xmlns:a="http://schemas.openxmlformats.org/drawingml/2006/main">
              <a:ext uri="{FF2B5EF4-FFF2-40B4-BE49-F238E27FC236}">
                <a16:creationId xmlns:a16="http://schemas.microsoft.com/office/drawing/2014/main" id="{FF257359-6843-44F9-97E7-06FF03A8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">
            <a:extLst xmlns:a="http://schemas.openxmlformats.org/drawingml/2006/main">
              <a:ext uri="{FF2B5EF4-FFF2-40B4-BE49-F238E27FC236}">
                <a16:creationId xmlns:a16="http://schemas.microsoft.com/office/drawing/2014/main" id="{52CBD9DE-E24D-4899-8459-EFCDEFE6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7910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">
            <a:extLst xmlns:a="http://schemas.openxmlformats.org/drawingml/2006/main">
              <a:ext uri="{FF2B5EF4-FFF2-40B4-BE49-F238E27FC236}">
                <a16:creationId xmlns:a16="http://schemas.microsoft.com/office/drawing/2014/main" id="{F72A4382-CC07-4565-919F-0168BE25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9" name="">
            <a:extLst xmlns:a="http://schemas.openxmlformats.org/drawingml/2006/main">
              <a:ext uri="{FF2B5EF4-FFF2-40B4-BE49-F238E27FC236}">
                <a16:creationId xmlns:a16="http://schemas.microsoft.com/office/drawing/2014/main" id="{929F9967-4A96-43F2-9FF0-363F71B4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0" name="">
            <a:extLst xmlns:a="http://schemas.openxmlformats.org/drawingml/2006/main">
              <a:ext uri="{FF2B5EF4-FFF2-40B4-BE49-F238E27FC236}">
                <a16:creationId xmlns:a16="http://schemas.microsoft.com/office/drawing/2014/main" id="{E340533F-52A5-471C-89E0-E46CDA5E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1" name="">
            <a:extLst xmlns:a="http://schemas.openxmlformats.org/drawingml/2006/main">
              <a:ext uri="{FF2B5EF4-FFF2-40B4-BE49-F238E27FC236}">
                <a16:creationId xmlns:a16="http://schemas.microsoft.com/office/drawing/2014/main" id="{1DE855FD-1385-4EF4-A039-109310508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2" name="">
            <a:extLst xmlns:a="http://schemas.openxmlformats.org/drawingml/2006/main">
              <a:ext uri="{FF2B5EF4-FFF2-40B4-BE49-F238E27FC236}">
                <a16:creationId xmlns:a16="http://schemas.microsoft.com/office/drawing/2014/main" id="{7FDA3158-BD51-4DAC-B1DD-D41EB01D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3" name="">
            <a:extLst xmlns:a="http://schemas.openxmlformats.org/drawingml/2006/main">
              <a:ext uri="{FF2B5EF4-FFF2-40B4-BE49-F238E27FC236}">
                <a16:creationId xmlns:a16="http://schemas.microsoft.com/office/drawing/2014/main" id="{BDBFC81D-C775-43BB-A4CB-F708A95E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4" name="">
            <a:extLst xmlns:a="http://schemas.openxmlformats.org/drawingml/2006/main">
              <a:ext uri="{FF2B5EF4-FFF2-40B4-BE49-F238E27FC236}">
                <a16:creationId xmlns:a16="http://schemas.microsoft.com/office/drawing/2014/main" id="{3D06BF0A-858C-4430-AA1C-4F12CC5B6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5" name="">
            <a:extLst xmlns:a="http://schemas.openxmlformats.org/drawingml/2006/main">
              <a:ext uri="{FF2B5EF4-FFF2-40B4-BE49-F238E27FC236}">
                <a16:creationId xmlns:a16="http://schemas.microsoft.com/office/drawing/2014/main" id="{F5BA6EFF-811A-4438-A809-A34B31A3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6" name="">
            <a:extLst xmlns:a="http://schemas.openxmlformats.org/drawingml/2006/main">
              <a:ext uri="{FF2B5EF4-FFF2-40B4-BE49-F238E27FC236}">
                <a16:creationId xmlns:a16="http://schemas.microsoft.com/office/drawing/2014/main" id="{FE867759-6F92-4960-93DA-DC0E3087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7" name="">
            <a:extLst xmlns:a="http://schemas.openxmlformats.org/drawingml/2006/main">
              <a:ext uri="{FF2B5EF4-FFF2-40B4-BE49-F238E27FC236}">
                <a16:creationId xmlns:a16="http://schemas.microsoft.com/office/drawing/2014/main" id="{9031C437-A425-4D0D-9815-4A04C140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8" name="">
            <a:extLst xmlns:a="http://schemas.openxmlformats.org/drawingml/2006/main">
              <a:ext uri="{FF2B5EF4-FFF2-40B4-BE49-F238E27FC236}">
                <a16:creationId xmlns:a16="http://schemas.microsoft.com/office/drawing/2014/main" id="{EDAC25C0-F85A-49DD-B749-CA687A5B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9" name="">
            <a:extLst xmlns:a="http://schemas.openxmlformats.org/drawingml/2006/main">
              <a:ext uri="{FF2B5EF4-FFF2-40B4-BE49-F238E27FC236}">
                <a16:creationId xmlns:a16="http://schemas.microsoft.com/office/drawing/2014/main" id="{FBCE0009-5E97-45DC-8927-7B5ADC501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0" name="">
            <a:extLst xmlns:a="http://schemas.openxmlformats.org/drawingml/2006/main">
              <a:ext uri="{FF2B5EF4-FFF2-40B4-BE49-F238E27FC236}">
                <a16:creationId xmlns:a16="http://schemas.microsoft.com/office/drawing/2014/main" id="{82BAE291-4EE8-426B-A375-D11A0A2B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1" name="">
            <a:extLst xmlns:a="http://schemas.openxmlformats.org/drawingml/2006/main">
              <a:ext uri="{FF2B5EF4-FFF2-40B4-BE49-F238E27FC236}">
                <a16:creationId xmlns:a16="http://schemas.microsoft.com/office/drawing/2014/main" id="{F12F49FC-DFDD-4921-8576-27735AB9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2" name="">
            <a:extLst xmlns:a="http://schemas.openxmlformats.org/drawingml/2006/main">
              <a:ext uri="{FF2B5EF4-FFF2-40B4-BE49-F238E27FC236}">
                <a16:creationId xmlns:a16="http://schemas.microsoft.com/office/drawing/2014/main" id="{5A30261C-90F0-4174-A6D8-804EEEDB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3" name="">
            <a:extLst xmlns:a="http://schemas.openxmlformats.org/drawingml/2006/main">
              <a:ext uri="{FF2B5EF4-FFF2-40B4-BE49-F238E27FC236}">
                <a16:creationId xmlns:a16="http://schemas.microsoft.com/office/drawing/2014/main" id="{55B79CEF-7312-477A-A234-74E76CCF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196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4" name="">
            <a:extLst xmlns:a="http://schemas.openxmlformats.org/drawingml/2006/main">
              <a:ext uri="{FF2B5EF4-FFF2-40B4-BE49-F238E27FC236}">
                <a16:creationId xmlns:a16="http://schemas.microsoft.com/office/drawing/2014/main" id="{F9FCB7D7-1746-4488-B0FC-C0901A01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5" name="">
            <a:extLst xmlns:a="http://schemas.openxmlformats.org/drawingml/2006/main">
              <a:ext uri="{FF2B5EF4-FFF2-40B4-BE49-F238E27FC236}">
                <a16:creationId xmlns:a16="http://schemas.microsoft.com/office/drawing/2014/main" id="{9CE98B79-D872-4AA5-A0FD-C0849CA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6" name="">
            <a:extLst xmlns:a="http://schemas.openxmlformats.org/drawingml/2006/main">
              <a:ext uri="{FF2B5EF4-FFF2-40B4-BE49-F238E27FC236}">
                <a16:creationId xmlns:a16="http://schemas.microsoft.com/office/drawing/2014/main" id="{7056DED9-1A0D-4FF7-A466-E056B74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7" name="">
            <a:extLst xmlns:a="http://schemas.openxmlformats.org/drawingml/2006/main">
              <a:ext uri="{FF2B5EF4-FFF2-40B4-BE49-F238E27FC236}">
                <a16:creationId xmlns:a16="http://schemas.microsoft.com/office/drawing/2014/main" id="{A201B292-914A-4E6C-A98C-73EF34F7F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8" name="">
            <a:extLst xmlns:a="http://schemas.openxmlformats.org/drawingml/2006/main">
              <a:ext uri="{FF2B5EF4-FFF2-40B4-BE49-F238E27FC236}">
                <a16:creationId xmlns:a16="http://schemas.microsoft.com/office/drawing/2014/main" id="{9E3904AC-33D7-4708-B4E2-A656E2C2B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9" name="">
            <a:extLst xmlns:a="http://schemas.openxmlformats.org/drawingml/2006/main">
              <a:ext uri="{FF2B5EF4-FFF2-40B4-BE49-F238E27FC236}">
                <a16:creationId xmlns:a16="http://schemas.microsoft.com/office/drawing/2014/main" id="{4085F5BB-DA53-4A6E-90BC-27E52162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0" name="">
            <a:extLst xmlns:a="http://schemas.openxmlformats.org/drawingml/2006/main">
              <a:ext uri="{FF2B5EF4-FFF2-40B4-BE49-F238E27FC236}">
                <a16:creationId xmlns:a16="http://schemas.microsoft.com/office/drawing/2014/main" id="{294599D1-1440-40C4-9485-B92EAAEA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B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1" name="">
            <a:extLst xmlns:a="http://schemas.openxmlformats.org/drawingml/2006/main">
              <a:ext uri="{FF2B5EF4-FFF2-40B4-BE49-F238E27FC236}">
                <a16:creationId xmlns:a16="http://schemas.microsoft.com/office/drawing/2014/main" id="{3C9321EC-37BC-4D34-9A7A-46349AB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1339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B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2" name="">
            <a:extLst xmlns:a="http://schemas.openxmlformats.org/drawingml/2006/main">
              <a:ext uri="{FF2B5EF4-FFF2-40B4-BE49-F238E27FC236}">
                <a16:creationId xmlns:a16="http://schemas.microsoft.com/office/drawing/2014/main" id="{4C24A91A-4E02-4452-A63F-6712B144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686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PACKAGE</a:t>
            </a:r>
          </a:p>
        </p:txBody>
      </p:sp>
      <p:sp>
        <p:nvSpPr>
          <p:cNvPr id="403" name="">
            <a:extLst xmlns:a="http://schemas.openxmlformats.org/drawingml/2006/main">
              <a:ext uri="{FF2B5EF4-FFF2-40B4-BE49-F238E27FC236}">
                <a16:creationId xmlns:a16="http://schemas.microsoft.com/office/drawing/2014/main" id="{1518DB7F-24B8-4581-92A2-0E4BD4AB2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50006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@diceui/presentation</a:t>
            </a:r>
          </a:p>
        </p:txBody>
      </p:sp>
      <p:sp>
        <p:nvSpPr>
          <p:cNvPr id="404" name="">
            <a:extLst xmlns:a="http://schemas.openxmlformats.org/drawingml/2006/main">
              <a:ext uri="{FF2B5EF4-FFF2-40B4-BE49-F238E27FC236}">
                <a16:creationId xmlns:a16="http://schemas.microsoft.com/office/drawing/2014/main" id="{A5403B38-1B3D-494D-88DE-7F6CFE8E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PRIMITIVES</a:t>
            </a:r>
          </a:p>
        </p:txBody>
      </p:sp>
      <p:sp>
        <p:nvSpPr>
          <p:cNvPr id="405" name="">
            <a:extLst xmlns:a="http://schemas.openxmlformats.org/drawingml/2006/main">
              <a:ext uri="{FF2B5EF4-FFF2-40B4-BE49-F238E27FC236}">
                <a16:creationId xmlns:a16="http://schemas.microsoft.com/office/drawing/2014/main" id="{73C1CE4D-B707-4CB2-A1BA-21205C711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0006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Unstyled and accessible</a:t>
            </a:r>
          </a:p>
        </p:txBody>
      </p:sp>
      <p:sp>
        <p:nvSpPr>
          <p:cNvPr id="406" name="">
            <a:extLst xmlns:a="http://schemas.openxmlformats.org/drawingml/2006/main">
              <a:ext uri="{FF2B5EF4-FFF2-40B4-BE49-F238E27FC236}">
                <a16:creationId xmlns:a16="http://schemas.microsoft.com/office/drawing/2014/main" id="{BBC39737-D49D-42AD-BC1E-894D7961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686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FORMAT</a:t>
            </a:r>
          </a:p>
        </p:txBody>
      </p:sp>
      <p:sp>
        <p:nvSpPr>
          <p:cNvPr id="407" name="">
            <a:extLst xmlns:a="http://schemas.openxmlformats.org/drawingml/2006/main">
              <a:ext uri="{FF2B5EF4-FFF2-40B4-BE49-F238E27FC236}">
                <a16:creationId xmlns:a16="http://schemas.microsoft.com/office/drawing/2014/main" id="{63FBB96D-9BF3-40AB-BC27-42AFAC5D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006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Read · edit · write PPTX</a:t>
            </a:r>
          </a:p>
        </p:txBody>
      </p:sp>
      <p:sp>
        <p:nvSpPr>
          <p:cNvPr id="408" name="">
            <a:extLst xmlns:a="http://schemas.openxmlformats.org/drawingml/2006/main">
              <a:ext uri="{FF2B5EF4-FFF2-40B4-BE49-F238E27FC236}">
                <a16:creationId xmlns:a16="http://schemas.microsoft.com/office/drawing/2014/main" id="{9705443C-F743-4832-A4DF-23BC6A06B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6863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NEXT</a:t>
            </a:r>
          </a:p>
        </p:txBody>
      </p:sp>
      <p:sp>
        <p:nvSpPr>
          <p:cNvPr id="409" name="">
            <a:extLst xmlns:a="http://schemas.openxmlformats.org/drawingml/2006/main">
              <a:ext uri="{FF2B5EF4-FFF2-40B4-BE49-F238E27FC236}">
                <a16:creationId xmlns:a16="http://schemas.microsoft.com/office/drawing/2014/main" id="{CBF948E9-1836-4F76-A742-A39B9B2A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00062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F2BE0"/>
                </a:solidFill>
              </a:defRPr>
            </a:pPr>
            <a:r>
              <a:rPr sz="1125" b="0" i="0">
                <a:solidFill>
                  <a:srgbClr val="1F2BE0"/>
                </a:solidFill>
              </a:rPr>
              <a:t>Make the viewer unmistakably yours</a:t>
            </a:r>
          </a:p>
        </p:txBody>
      </p:sp>
      <p:sp>
        <p:nvSpPr>
          <p:cNvPr id="410" name="">
            <a:extLst xmlns:a="http://schemas.openxmlformats.org/drawingml/2006/main">
              <a:ext uri="{FF2B5EF4-FFF2-40B4-BE49-F238E27FC236}">
                <a16:creationId xmlns:a16="http://schemas.microsoft.com/office/drawing/2014/main" id="{3D91E98C-D2A7-4DE0-B568-47CCB7FE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58864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1F2BE0"/>
                </a:solidFill>
              </a:defRPr>
            </a:pPr>
            <a:r>
              <a:rPr sz="900" b="1" i="0">
                <a:solidFill>
                  <a:srgbClr val="1F2BE0"/>
                </a:solidFill>
              </a:rPr>
              <a:t>DICEUI.COM</a:t>
            </a:r>
          </a:p>
        </p:txBody>
      </p:sp>
    </p:spTree>
    <p:extLst>
      <p:ext uri="{BB962C8B-B14F-4D97-AF65-F5344CB8AC3E}">
        <p14:creationId xmlns:p14="http://schemas.microsoft.com/office/powerpoint/2010/main" val="10826139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2026-07-13T14:56:50.8940000Z</dcterms:created>
  <dcterms:modified xsi:type="dcterms:W3CDTF">2026-07-13T14:56:50.8950000Z</dcterms:modified>
</coreProperties>
</file>