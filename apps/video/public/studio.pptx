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8b43fba23f4fb3" /><Relationship Type="http://schemas.openxmlformats.org/officeDocument/2006/relationships/extended-properties" Target="/docProps/app.xml" Id="R9faf12f849ac4943" /><Relationship Type="http://schemas.openxmlformats.org/officeDocument/2006/relationships/officeDocument" Target="/ppt/presentation.xml" Id="Rdeedaa8874fc49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a7dc2e41154e4c"/>
  </p:sldMasterIdLst>
  <p:notesMasterIdLst>
    <p:notesMasterId xmlns:r="http://schemas.openxmlformats.org/officeDocument/2006/relationships" r:id="Rc370538dd5e34654"/>
  </p:notesMasterIdLst>
  <p:sldIdLst>
    <p:sldId xmlns:r="http://schemas.openxmlformats.org/officeDocument/2006/relationships" id="256" r:id="Re616180bba9b46f9"/>
    <p:sldId xmlns:r="http://schemas.openxmlformats.org/officeDocument/2006/relationships" id="257" r:id="R90f8f33531584297"/>
    <p:sldId xmlns:r="http://schemas.openxmlformats.org/officeDocument/2006/relationships" id="258" r:id="R65fba01a93934b3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0aa494bae741c6" /><Relationship Type="http://schemas.openxmlformats.org/officeDocument/2006/relationships/slideMaster" Target="/ppt/slideMasters/slideMaster1.xml" Id="R0aa7dc2e41154e4c" /><Relationship Type="http://schemas.openxmlformats.org/officeDocument/2006/relationships/notesMaster" Target="/ppt/notesMasters/notesMaster1.xml" Id="Rc370538dd5e34654" /><Relationship Type="http://schemas.openxmlformats.org/officeDocument/2006/relationships/presProps" Target="/ppt/presProps.xml" Id="R6ae6f3c25f3843b1" /><Relationship Type="http://schemas.openxmlformats.org/officeDocument/2006/relationships/tableStyles" Target="/ppt/tableStyles.xml" Id="Re13ddb4bc1ea4beb" /><Relationship Type="http://schemas.openxmlformats.org/officeDocument/2006/relationships/slide" Target="/ppt/slides/slide1.xml" Id="Re616180bba9b46f9" /><Relationship Type="http://schemas.openxmlformats.org/officeDocument/2006/relationships/slide" Target="/ppt/slides/slide2.xml" Id="R90f8f33531584297" /><Relationship Type="http://schemas.openxmlformats.org/officeDocument/2006/relationships/slide" Target="/ppt/slides/slide3.xml" Id="R65fba01a9393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b3c3a9714448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5c919daca149ed" /><Relationship Type="http://schemas.openxmlformats.org/officeDocument/2006/relationships/notesMaster" Target="/ppt/notesMasters/notesMaster1.xml" Id="R204fe1de12fc43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0067a6dca1453f" /><Relationship Type="http://schemas.openxmlformats.org/officeDocument/2006/relationships/notesMaster" Target="/ppt/notesMasters/notesMaster1.xml" Id="R7333266449af41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f95e7eabc74ad2" /><Relationship Type="http://schemas.openxmlformats.org/officeDocument/2006/relationships/notesMaster" Target="/ppt/notesMasters/notesMaster1.xml" Id="R00fc27b36aa541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92e9db58149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6cf3530b0b469c" /><Relationship Type="http://schemas.openxmlformats.org/officeDocument/2006/relationships/slideLayout" Target="/ppt/slideLayouts/slideLayout1.xml" Id="R854ad655204646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4ad655204646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c73f1e1214107" /><Relationship Type="http://schemas.openxmlformats.org/officeDocument/2006/relationships/image" Target="/ppt/media/image.png" Id="R46cf37c269f64741" /><Relationship Type="http://schemas.openxmlformats.org/officeDocument/2006/relationships/notesSlide" Target="/ppt/notesSlides/notesSlide1.xml" Id="Rf7347cc7200840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ecc25dab94cce" /><Relationship Type="http://schemas.openxmlformats.org/officeDocument/2006/relationships/image" Target="/ppt/media/image2.png" Id="Rd99fc70eb4994599" /><Relationship Type="http://schemas.openxmlformats.org/officeDocument/2006/relationships/notesSlide" Target="/ppt/notesSlides/notesSlide2.xml" Id="R1bd194a14c034e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e1f9d32fb4abb" /><Relationship Type="http://schemas.openxmlformats.org/officeDocument/2006/relationships/image" Target="/ppt/media/image3.png" Id="R64b57f34987241d8" /><Relationship Type="http://schemas.openxmlformats.org/officeDocument/2006/relationships/notesSlide" Target="/ppt/notesSlides/notesSlide3.xml" Id="R3f8cf23e2fb84a1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f37c269f647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124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fc70eb49945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551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57f34987241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02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2026-07-13T15:13:07.2960000Z</dcterms:created>
  <dcterms:modified xsi:type="dcterms:W3CDTF">2026-07-13T15:13:07.2960000Z</dcterms:modified>
</coreProperties>
</file>