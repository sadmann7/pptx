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ec3bab07b41cd" /><Relationship Type="http://schemas.openxmlformats.org/officeDocument/2006/relationships/extended-properties" Target="/docProps/app.xml" Id="Rabf8c4c58c7f451a" /><Relationship Type="http://schemas.openxmlformats.org/officeDocument/2006/relationships/officeDocument" Target="/ppt/presentation.xml" Id="Rba36f8dd0f9c48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56c9dc2ef4de1"/>
  </p:sldMasterIdLst>
  <p:notesMasterIdLst>
    <p:notesMasterId xmlns:r="http://schemas.openxmlformats.org/officeDocument/2006/relationships" r:id="R73c1b20ad0604580"/>
  </p:notesMasterIdLst>
  <p:sldIdLst>
    <p:sldId xmlns:r="http://schemas.openxmlformats.org/officeDocument/2006/relationships" id="256" r:id="R3f79df85e7664882"/>
    <p:sldId xmlns:r="http://schemas.openxmlformats.org/officeDocument/2006/relationships" id="257" r:id="R6be7f1d63c5b4e80"/>
    <p:sldId xmlns:r="http://schemas.openxmlformats.org/officeDocument/2006/relationships" id="258" r:id="Rc5a4cac5a08d47d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4d56e174e942e3" /><Relationship Type="http://schemas.openxmlformats.org/officeDocument/2006/relationships/slideMaster" Target="/ppt/slideMasters/slideMaster1.xml" Id="R75d56c9dc2ef4de1" /><Relationship Type="http://schemas.openxmlformats.org/officeDocument/2006/relationships/notesMaster" Target="/ppt/notesMasters/notesMaster1.xml" Id="R73c1b20ad0604580" /><Relationship Type="http://schemas.openxmlformats.org/officeDocument/2006/relationships/presProps" Target="/ppt/presProps.xml" Id="Rbd4dfb2a691b4b11" /><Relationship Type="http://schemas.openxmlformats.org/officeDocument/2006/relationships/tableStyles" Target="/ppt/tableStyles.xml" Id="R24a9bd9ee4d74b6f" /><Relationship Type="http://schemas.openxmlformats.org/officeDocument/2006/relationships/slide" Target="/ppt/slides/slide1.xml" Id="R3f79df85e7664882" /><Relationship Type="http://schemas.openxmlformats.org/officeDocument/2006/relationships/slide" Target="/ppt/slides/slide2.xml" Id="R6be7f1d63c5b4e80" /><Relationship Type="http://schemas.openxmlformats.org/officeDocument/2006/relationships/slide" Target="/ppt/slides/slide3.xml" Id="Rc5a4cac5a08d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7253d288ee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05eb42c244108" /><Relationship Type="http://schemas.openxmlformats.org/officeDocument/2006/relationships/notesMaster" Target="/ppt/notesMasters/notesMaster1.xml" Id="R680af07f55114d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401885b0af4a57" /><Relationship Type="http://schemas.openxmlformats.org/officeDocument/2006/relationships/notesMaster" Target="/ppt/notesMasters/notesMaster1.xml" Id="R9b9fb072674648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4ac7b1b2ef4a7c" /><Relationship Type="http://schemas.openxmlformats.org/officeDocument/2006/relationships/notesMaster" Target="/ppt/notesMasters/notesMaster1.xml" Id="R1944963cc6bb40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dd439de6041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4ff906d54a442a" /><Relationship Type="http://schemas.openxmlformats.org/officeDocument/2006/relationships/slideLayout" Target="/ppt/slideLayouts/slideLayout1.xml" Id="Rc0d28af6f6c042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d28af6f6c042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02cd2caed4730" /><Relationship Type="http://schemas.openxmlformats.org/officeDocument/2006/relationships/image" Target="/ppt/media/image.png" Id="R4fb21332c0b04cf4" /><Relationship Type="http://schemas.openxmlformats.org/officeDocument/2006/relationships/notesSlide" Target="/ppt/notesSlides/notesSlide1.xml" Id="R252cb933d5ec48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043130121496a" /><Relationship Type="http://schemas.openxmlformats.org/officeDocument/2006/relationships/image" Target="/ppt/media/image2.png" Id="Rd04ca0dbba08419b" /><Relationship Type="http://schemas.openxmlformats.org/officeDocument/2006/relationships/notesSlide" Target="/ppt/notesSlides/notesSlide2.xml" Id="R700cd4398ca74b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6388c198648f6" /><Relationship Type="http://schemas.openxmlformats.org/officeDocument/2006/relationships/image" Target="/ppt/media/image3.png" Id="R435e5cc46dff478e" /><Relationship Type="http://schemas.openxmlformats.org/officeDocument/2006/relationships/notesSlide" Target="/ppt/notesSlides/notesSlide3.xml" Id="Rf557a25535544b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21332c0b04c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055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ca0dbba0841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752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e5cc46dff47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69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2026-07-13T15:13:07.1510000Z</dcterms:created>
  <dcterms:modified xsi:type="dcterms:W3CDTF">2026-07-13T15:13:07.1510000Z</dcterms:modified>
</coreProperties>
</file>