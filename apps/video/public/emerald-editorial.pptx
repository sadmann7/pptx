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fcce47b11b4e58" /><Relationship Type="http://schemas.openxmlformats.org/officeDocument/2006/relationships/extended-properties" Target="/docProps/app.xml" Id="Rfee0b4ccf9a64ad4" /><Relationship Type="http://schemas.openxmlformats.org/officeDocument/2006/relationships/officeDocument" Target="/ppt/presentation.xml" Id="Rc6877ef1647442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667cc0b3fb458f"/>
  </p:sldMasterIdLst>
  <p:notesMasterIdLst>
    <p:notesMasterId xmlns:r="http://schemas.openxmlformats.org/officeDocument/2006/relationships" r:id="R16aef65c48e04ccd"/>
  </p:notesMasterIdLst>
  <p:sldIdLst>
    <p:sldId xmlns:r="http://schemas.openxmlformats.org/officeDocument/2006/relationships" id="256" r:id="Rb86d7be8519d4a5e"/>
    <p:sldId xmlns:r="http://schemas.openxmlformats.org/officeDocument/2006/relationships" id="257" r:id="R91c9fdad398c4abc"/>
    <p:sldId xmlns:r="http://schemas.openxmlformats.org/officeDocument/2006/relationships" id="258" r:id="R8fbc6991dbae41c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9a35aad26c4da5" /><Relationship Type="http://schemas.openxmlformats.org/officeDocument/2006/relationships/slideMaster" Target="/ppt/slideMasters/slideMaster1.xml" Id="R3d667cc0b3fb458f" /><Relationship Type="http://schemas.openxmlformats.org/officeDocument/2006/relationships/notesMaster" Target="/ppt/notesMasters/notesMaster1.xml" Id="R16aef65c48e04ccd" /><Relationship Type="http://schemas.openxmlformats.org/officeDocument/2006/relationships/presProps" Target="/ppt/presProps.xml" Id="R134593f1ea764f16" /><Relationship Type="http://schemas.openxmlformats.org/officeDocument/2006/relationships/tableStyles" Target="/ppt/tableStyles.xml" Id="R7ca07d9a75cc4794" /><Relationship Type="http://schemas.openxmlformats.org/officeDocument/2006/relationships/slide" Target="/ppt/slides/slide1.xml" Id="Rb86d7be8519d4a5e" /><Relationship Type="http://schemas.openxmlformats.org/officeDocument/2006/relationships/slide" Target="/ppt/slides/slide2.xml" Id="R91c9fdad398c4abc" /><Relationship Type="http://schemas.openxmlformats.org/officeDocument/2006/relationships/slide" Target="/ppt/slides/slide3.xml" Id="R8fbc6991dbae41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0f6d99f50c48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c92ee5df794838" /><Relationship Type="http://schemas.openxmlformats.org/officeDocument/2006/relationships/notesMaster" Target="/ppt/notesMasters/notesMaster1.xml" Id="Re23986d2da9048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23d37413884bd7" /><Relationship Type="http://schemas.openxmlformats.org/officeDocument/2006/relationships/notesMaster" Target="/ppt/notesMasters/notesMaster1.xml" Id="R7cc773a419d249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b817251af84ddf" /><Relationship Type="http://schemas.openxmlformats.org/officeDocument/2006/relationships/notesMaster" Target="/ppt/notesMasters/notesMaster1.xml" Id="R29d0c56820eb4a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f1208518e41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22e6df7b164d36" /><Relationship Type="http://schemas.openxmlformats.org/officeDocument/2006/relationships/slideLayout" Target="/ppt/slideLayouts/slideLayout1.xml" Id="R7bbadb7c833e44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badb7c833e44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43e118e304984" /><Relationship Type="http://schemas.openxmlformats.org/officeDocument/2006/relationships/image" Target="/ppt/media/image.png" Id="Ra9a3001967df4af1" /><Relationship Type="http://schemas.openxmlformats.org/officeDocument/2006/relationships/notesSlide" Target="/ppt/notesSlides/notesSlide1.xml" Id="R089ecb34210743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37bc7af204294" /><Relationship Type="http://schemas.openxmlformats.org/officeDocument/2006/relationships/image" Target="/ppt/media/image2.png" Id="Rd049367c3a794d1f" /><Relationship Type="http://schemas.openxmlformats.org/officeDocument/2006/relationships/notesSlide" Target="/ppt/notesSlides/notesSlide2.xml" Id="R788019cc22c848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f9c8ac90645be" /><Relationship Type="http://schemas.openxmlformats.org/officeDocument/2006/relationships/image" Target="/ppt/media/image3.png" Id="R851dbd8df5ac48d6" /><Relationship Type="http://schemas.openxmlformats.org/officeDocument/2006/relationships/notesSlide" Target="/ppt/notesSlides/notesSlide3.xml" Id="Recdd5f1c837e49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3001967df4a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7717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9367c3a794d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568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dbd8df5ac48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90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2026-07-13T15:13:05.7600000Z</dcterms:created>
  <dcterms:modified xsi:type="dcterms:W3CDTF">2026-07-13T15:13:05.7600000Z</dcterms:modified>
</coreProperties>
</file>